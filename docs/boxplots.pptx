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68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11/11/2024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11/11/2024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11/11/2024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11/11/2024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11/11/2024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11/11/2024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11/11/2024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11/11/2024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4"/>
          <p:cNvSpPr/>
          <p:nvPr/>
        </p:nvSpPr>
        <p:spPr>
          <a:xfrm>
            <a:off x="1143636" y="1756749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" name="pl5"/>
          <p:cNvSpPr/>
          <p:nvPr/>
        </p:nvSpPr>
        <p:spPr>
          <a:xfrm>
            <a:off x="1143636" y="1578659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" name="pl6"/>
          <p:cNvSpPr/>
          <p:nvPr/>
        </p:nvSpPr>
        <p:spPr>
          <a:xfrm>
            <a:off x="1143636" y="1400573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" name="pl7"/>
          <p:cNvSpPr/>
          <p:nvPr/>
        </p:nvSpPr>
        <p:spPr>
          <a:xfrm>
            <a:off x="1143636" y="1222483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" name="pl8"/>
          <p:cNvSpPr/>
          <p:nvPr/>
        </p:nvSpPr>
        <p:spPr>
          <a:xfrm>
            <a:off x="1143636" y="1845791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" name="pl9"/>
          <p:cNvSpPr/>
          <p:nvPr/>
        </p:nvSpPr>
        <p:spPr>
          <a:xfrm>
            <a:off x="1143636" y="1667704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" name="pl10"/>
          <p:cNvSpPr/>
          <p:nvPr/>
        </p:nvSpPr>
        <p:spPr>
          <a:xfrm>
            <a:off x="1143636" y="1489615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" name="pl11"/>
          <p:cNvSpPr/>
          <p:nvPr/>
        </p:nvSpPr>
        <p:spPr>
          <a:xfrm>
            <a:off x="1143636" y="1311528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" name="pl12"/>
          <p:cNvSpPr/>
          <p:nvPr/>
        </p:nvSpPr>
        <p:spPr>
          <a:xfrm>
            <a:off x="1226663" y="120407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" name="pl13"/>
          <p:cNvSpPr/>
          <p:nvPr/>
        </p:nvSpPr>
        <p:spPr>
          <a:xfrm>
            <a:off x="1365041" y="120407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" name="pl14"/>
          <p:cNvSpPr/>
          <p:nvPr/>
        </p:nvSpPr>
        <p:spPr>
          <a:xfrm>
            <a:off x="1503419" y="120407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" name="pl15"/>
          <p:cNvSpPr/>
          <p:nvPr/>
        </p:nvSpPr>
        <p:spPr>
          <a:xfrm>
            <a:off x="1641798" y="120407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" name="pl16"/>
          <p:cNvSpPr/>
          <p:nvPr/>
        </p:nvSpPr>
        <p:spPr>
          <a:xfrm>
            <a:off x="1780174" y="120407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" name="pl17"/>
          <p:cNvSpPr/>
          <p:nvPr/>
        </p:nvSpPr>
        <p:spPr>
          <a:xfrm>
            <a:off x="1918552" y="120407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" name="pl18"/>
          <p:cNvSpPr/>
          <p:nvPr/>
        </p:nvSpPr>
        <p:spPr>
          <a:xfrm>
            <a:off x="2056930" y="120407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" name="pt19"/>
          <p:cNvSpPr/>
          <p:nvPr/>
        </p:nvSpPr>
        <p:spPr>
          <a:xfrm>
            <a:off x="1166546" y="1724472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" name="pl20"/>
          <p:cNvSpPr/>
          <p:nvPr/>
        </p:nvSpPr>
        <p:spPr>
          <a:xfrm>
            <a:off x="1226663" y="1790087"/>
            <a:ext cx="0" cy="3682"/>
          </a:xfrm>
          <a:custGeom>
            <a:avLst/>
            <a:gdLst/>
            <a:ahLst/>
            <a:cxnLst/>
            <a:rect l="0" t="0" r="0" b="0"/>
            <a:pathLst>
              <a:path h="1506">
                <a:moveTo>
                  <a:pt x="0" y="1506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" name="pl21"/>
          <p:cNvSpPr/>
          <p:nvPr/>
        </p:nvSpPr>
        <p:spPr>
          <a:xfrm>
            <a:off x="1226663" y="1798301"/>
            <a:ext cx="0" cy="4664"/>
          </a:xfrm>
          <a:custGeom>
            <a:avLst/>
            <a:gdLst/>
            <a:ahLst/>
            <a:cxnLst/>
            <a:rect l="0" t="0" r="0" b="0"/>
            <a:pathLst>
              <a:path h="1908">
                <a:moveTo>
                  <a:pt x="0" y="0"/>
                </a:moveTo>
                <a:lnTo>
                  <a:pt x="0" y="1908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" name="pg22"/>
          <p:cNvSpPr/>
          <p:nvPr/>
        </p:nvSpPr>
        <p:spPr>
          <a:xfrm>
            <a:off x="1174772" y="1793768"/>
            <a:ext cx="103782" cy="4530"/>
          </a:xfrm>
          <a:custGeom>
            <a:avLst/>
            <a:gdLst/>
            <a:ahLst/>
            <a:cxnLst/>
            <a:rect l="0" t="0" r="0" b="0"/>
            <a:pathLst>
              <a:path w="42858" h="1853">
                <a:moveTo>
                  <a:pt x="0" y="0"/>
                </a:moveTo>
                <a:lnTo>
                  <a:pt x="0" y="1853"/>
                </a:lnTo>
                <a:lnTo>
                  <a:pt x="42858" y="1853"/>
                </a:lnTo>
                <a:lnTo>
                  <a:pt x="42858" y="0"/>
                </a:lnTo>
                <a:close/>
              </a:path>
            </a:pathLst>
          </a:custGeom>
          <a:solidFill>
            <a:srgbClr val="F8766D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3" name="pl23"/>
          <p:cNvSpPr/>
          <p:nvPr/>
        </p:nvSpPr>
        <p:spPr>
          <a:xfrm>
            <a:off x="1174772" y="1795741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4" name="pt24"/>
          <p:cNvSpPr/>
          <p:nvPr/>
        </p:nvSpPr>
        <p:spPr>
          <a:xfrm>
            <a:off x="1304924" y="1645079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" name="pl25"/>
          <p:cNvSpPr/>
          <p:nvPr/>
        </p:nvSpPr>
        <p:spPr>
          <a:xfrm>
            <a:off x="1365041" y="1683379"/>
            <a:ext cx="0" cy="5320"/>
          </a:xfrm>
          <a:custGeom>
            <a:avLst/>
            <a:gdLst/>
            <a:ahLst/>
            <a:cxnLst/>
            <a:rect l="0" t="0" r="0" b="0"/>
            <a:pathLst>
              <a:path h="2176">
                <a:moveTo>
                  <a:pt x="0" y="2176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" name="pl26"/>
          <p:cNvSpPr/>
          <p:nvPr/>
        </p:nvSpPr>
        <p:spPr>
          <a:xfrm>
            <a:off x="1365041" y="1695290"/>
            <a:ext cx="0" cy="9060"/>
          </a:xfrm>
          <a:custGeom>
            <a:avLst/>
            <a:gdLst/>
            <a:ahLst/>
            <a:cxnLst/>
            <a:rect l="0" t="0" r="0" b="0"/>
            <a:pathLst>
              <a:path h="3706">
                <a:moveTo>
                  <a:pt x="0" y="0"/>
                </a:moveTo>
                <a:lnTo>
                  <a:pt x="0" y="3706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" name="pg27"/>
          <p:cNvSpPr/>
          <p:nvPr/>
        </p:nvSpPr>
        <p:spPr>
          <a:xfrm>
            <a:off x="1313150" y="1688699"/>
            <a:ext cx="103782" cy="6591"/>
          </a:xfrm>
          <a:custGeom>
            <a:avLst/>
            <a:gdLst/>
            <a:ahLst/>
            <a:cxnLst/>
            <a:rect l="0" t="0" r="0" b="0"/>
            <a:pathLst>
              <a:path w="42858" h="2696">
                <a:moveTo>
                  <a:pt x="0" y="0"/>
                </a:moveTo>
                <a:lnTo>
                  <a:pt x="0" y="2696"/>
                </a:lnTo>
                <a:lnTo>
                  <a:pt x="42858" y="2696"/>
                </a:lnTo>
                <a:lnTo>
                  <a:pt x="42858" y="0"/>
                </a:lnTo>
                <a:close/>
              </a:path>
            </a:pathLst>
          </a:custGeom>
          <a:solidFill>
            <a:srgbClr val="C49A00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8" name="pl28"/>
          <p:cNvSpPr/>
          <p:nvPr/>
        </p:nvSpPr>
        <p:spPr>
          <a:xfrm>
            <a:off x="1313150" y="1692336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9" name="pt29"/>
          <p:cNvSpPr/>
          <p:nvPr/>
        </p:nvSpPr>
        <p:spPr>
          <a:xfrm>
            <a:off x="1443303" y="1739242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" name="pl30"/>
          <p:cNvSpPr/>
          <p:nvPr/>
        </p:nvSpPr>
        <p:spPr>
          <a:xfrm>
            <a:off x="1503419" y="1806982"/>
            <a:ext cx="0" cy="5826"/>
          </a:xfrm>
          <a:custGeom>
            <a:avLst/>
            <a:gdLst/>
            <a:ahLst/>
            <a:cxnLst/>
            <a:rect l="0" t="0" r="0" b="0"/>
            <a:pathLst>
              <a:path h="2383">
                <a:moveTo>
                  <a:pt x="0" y="2383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" name="pl31"/>
          <p:cNvSpPr/>
          <p:nvPr/>
        </p:nvSpPr>
        <p:spPr>
          <a:xfrm>
            <a:off x="1503419" y="1819657"/>
            <a:ext cx="0" cy="1132"/>
          </a:xfrm>
          <a:custGeom>
            <a:avLst/>
            <a:gdLst/>
            <a:ahLst/>
            <a:cxnLst/>
            <a:rect l="0" t="0" r="0" b="0"/>
            <a:pathLst>
              <a:path h="463">
                <a:moveTo>
                  <a:pt x="0" y="0"/>
                </a:moveTo>
                <a:lnTo>
                  <a:pt x="0" y="463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" name="pg32"/>
          <p:cNvSpPr/>
          <p:nvPr/>
        </p:nvSpPr>
        <p:spPr>
          <a:xfrm>
            <a:off x="1451529" y="1812807"/>
            <a:ext cx="103782" cy="6848"/>
          </a:xfrm>
          <a:custGeom>
            <a:avLst/>
            <a:gdLst/>
            <a:ahLst/>
            <a:cxnLst/>
            <a:rect l="0" t="0" r="0" b="0"/>
            <a:pathLst>
              <a:path w="42858" h="2801">
                <a:moveTo>
                  <a:pt x="0" y="0"/>
                </a:moveTo>
                <a:lnTo>
                  <a:pt x="0" y="2801"/>
                </a:lnTo>
                <a:lnTo>
                  <a:pt x="42858" y="2801"/>
                </a:lnTo>
                <a:lnTo>
                  <a:pt x="42858" y="0"/>
                </a:lnTo>
                <a:close/>
              </a:path>
            </a:pathLst>
          </a:custGeom>
          <a:solidFill>
            <a:srgbClr val="53B400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3" name="pl33"/>
          <p:cNvSpPr/>
          <p:nvPr/>
        </p:nvSpPr>
        <p:spPr>
          <a:xfrm>
            <a:off x="1451529" y="1816245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4" name="pt34"/>
          <p:cNvSpPr/>
          <p:nvPr/>
        </p:nvSpPr>
        <p:spPr>
          <a:xfrm>
            <a:off x="1581681" y="1768285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" name="pt35"/>
          <p:cNvSpPr/>
          <p:nvPr/>
        </p:nvSpPr>
        <p:spPr>
          <a:xfrm>
            <a:off x="1581681" y="1739242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6" name="pl36"/>
          <p:cNvSpPr/>
          <p:nvPr/>
        </p:nvSpPr>
        <p:spPr>
          <a:xfrm>
            <a:off x="1641798" y="1806982"/>
            <a:ext cx="0" cy="7207"/>
          </a:xfrm>
          <a:custGeom>
            <a:avLst/>
            <a:gdLst/>
            <a:ahLst/>
            <a:cxnLst/>
            <a:rect l="0" t="0" r="0" b="0"/>
            <a:pathLst>
              <a:path h="2948">
                <a:moveTo>
                  <a:pt x="0" y="2948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" name="pl37"/>
          <p:cNvSpPr/>
          <p:nvPr/>
        </p:nvSpPr>
        <p:spPr>
          <a:xfrm>
            <a:off x="1641798" y="1819657"/>
            <a:ext cx="0" cy="4579"/>
          </a:xfrm>
          <a:custGeom>
            <a:avLst/>
            <a:gdLst/>
            <a:ahLst/>
            <a:cxnLst/>
            <a:rect l="0" t="0" r="0" b="0"/>
            <a:pathLst>
              <a:path h="1873">
                <a:moveTo>
                  <a:pt x="0" y="0"/>
                </a:moveTo>
                <a:lnTo>
                  <a:pt x="0" y="1873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" name="pg38"/>
          <p:cNvSpPr/>
          <p:nvPr/>
        </p:nvSpPr>
        <p:spPr>
          <a:xfrm>
            <a:off x="1589904" y="1814189"/>
            <a:ext cx="103782" cy="5466"/>
          </a:xfrm>
          <a:custGeom>
            <a:avLst/>
            <a:gdLst/>
            <a:ahLst/>
            <a:cxnLst/>
            <a:rect l="0" t="0" r="0" b="0"/>
            <a:pathLst>
              <a:path w="42858" h="2236">
                <a:moveTo>
                  <a:pt x="0" y="0"/>
                </a:moveTo>
                <a:lnTo>
                  <a:pt x="0" y="2236"/>
                </a:lnTo>
                <a:lnTo>
                  <a:pt x="42858" y="2236"/>
                </a:lnTo>
                <a:lnTo>
                  <a:pt x="42858" y="0"/>
                </a:lnTo>
                <a:close/>
              </a:path>
            </a:pathLst>
          </a:custGeom>
          <a:solidFill>
            <a:srgbClr val="00C094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9" name="pl39"/>
          <p:cNvSpPr/>
          <p:nvPr/>
        </p:nvSpPr>
        <p:spPr>
          <a:xfrm>
            <a:off x="1589904" y="1816773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0" name="pt40"/>
          <p:cNvSpPr/>
          <p:nvPr/>
        </p:nvSpPr>
        <p:spPr>
          <a:xfrm>
            <a:off x="1720059" y="1638752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1" name="pt41"/>
          <p:cNvSpPr/>
          <p:nvPr/>
        </p:nvSpPr>
        <p:spPr>
          <a:xfrm>
            <a:off x="1720059" y="1602101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2" name="pl42"/>
          <p:cNvSpPr/>
          <p:nvPr/>
        </p:nvSpPr>
        <p:spPr>
          <a:xfrm>
            <a:off x="1780174" y="1720497"/>
            <a:ext cx="0" cy="5305"/>
          </a:xfrm>
          <a:custGeom>
            <a:avLst/>
            <a:gdLst/>
            <a:ahLst/>
            <a:cxnLst/>
            <a:rect l="0" t="0" r="0" b="0"/>
            <a:pathLst>
              <a:path h="2170">
                <a:moveTo>
                  <a:pt x="0" y="217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3" name="pl43"/>
          <p:cNvSpPr/>
          <p:nvPr/>
        </p:nvSpPr>
        <p:spPr>
          <a:xfrm>
            <a:off x="1780174" y="1739340"/>
            <a:ext cx="0" cy="6488"/>
          </a:xfrm>
          <a:custGeom>
            <a:avLst/>
            <a:gdLst/>
            <a:ahLst/>
            <a:cxnLst/>
            <a:rect l="0" t="0" r="0" b="0"/>
            <a:pathLst>
              <a:path h="2654">
                <a:moveTo>
                  <a:pt x="0" y="0"/>
                </a:moveTo>
                <a:lnTo>
                  <a:pt x="0" y="2654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4" name="pg44"/>
          <p:cNvSpPr/>
          <p:nvPr/>
        </p:nvSpPr>
        <p:spPr>
          <a:xfrm>
            <a:off x="1728283" y="1725804"/>
            <a:ext cx="103782" cy="13536"/>
          </a:xfrm>
          <a:custGeom>
            <a:avLst/>
            <a:gdLst/>
            <a:ahLst/>
            <a:cxnLst/>
            <a:rect l="0" t="0" r="0" b="0"/>
            <a:pathLst>
              <a:path w="42858" h="5537">
                <a:moveTo>
                  <a:pt x="0" y="0"/>
                </a:moveTo>
                <a:lnTo>
                  <a:pt x="0" y="5537"/>
                </a:lnTo>
                <a:lnTo>
                  <a:pt x="42858" y="5537"/>
                </a:lnTo>
                <a:lnTo>
                  <a:pt x="42858" y="0"/>
                </a:lnTo>
                <a:close/>
              </a:path>
            </a:pathLst>
          </a:custGeom>
          <a:solidFill>
            <a:srgbClr val="00B6EB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5" name="pl45"/>
          <p:cNvSpPr/>
          <p:nvPr/>
        </p:nvSpPr>
        <p:spPr>
          <a:xfrm>
            <a:off x="1728283" y="1734923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6" name="pt46"/>
          <p:cNvSpPr/>
          <p:nvPr/>
        </p:nvSpPr>
        <p:spPr>
          <a:xfrm>
            <a:off x="1858435" y="1285455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" name="pl47"/>
          <p:cNvSpPr/>
          <p:nvPr/>
        </p:nvSpPr>
        <p:spPr>
          <a:xfrm>
            <a:off x="1918552" y="1303918"/>
            <a:ext cx="0" cy="9925"/>
          </a:xfrm>
          <a:custGeom>
            <a:avLst/>
            <a:gdLst/>
            <a:ahLst/>
            <a:cxnLst/>
            <a:rect l="0" t="0" r="0" b="0"/>
            <a:pathLst>
              <a:path h="4060">
                <a:moveTo>
                  <a:pt x="0" y="406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8" name="pl48"/>
          <p:cNvSpPr/>
          <p:nvPr/>
        </p:nvSpPr>
        <p:spPr>
          <a:xfrm>
            <a:off x="1918552" y="1325841"/>
            <a:ext cx="0" cy="9175"/>
          </a:xfrm>
          <a:custGeom>
            <a:avLst/>
            <a:gdLst/>
            <a:ahLst/>
            <a:cxnLst/>
            <a:rect l="0" t="0" r="0" b="0"/>
            <a:pathLst>
              <a:path h="3753">
                <a:moveTo>
                  <a:pt x="0" y="0"/>
                </a:moveTo>
                <a:lnTo>
                  <a:pt x="0" y="3753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9" name="pg49"/>
          <p:cNvSpPr/>
          <p:nvPr/>
        </p:nvSpPr>
        <p:spPr>
          <a:xfrm>
            <a:off x="1866661" y="1313843"/>
            <a:ext cx="103782" cy="11996"/>
          </a:xfrm>
          <a:custGeom>
            <a:avLst/>
            <a:gdLst/>
            <a:ahLst/>
            <a:cxnLst/>
            <a:rect l="0" t="0" r="0" b="0"/>
            <a:pathLst>
              <a:path w="42858" h="4907">
                <a:moveTo>
                  <a:pt x="0" y="0"/>
                </a:moveTo>
                <a:lnTo>
                  <a:pt x="0" y="4907"/>
                </a:lnTo>
                <a:lnTo>
                  <a:pt x="42858" y="4907"/>
                </a:lnTo>
                <a:lnTo>
                  <a:pt x="42858" y="0"/>
                </a:lnTo>
                <a:close/>
              </a:path>
            </a:pathLst>
          </a:custGeom>
          <a:solidFill>
            <a:srgbClr val="A58AFF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0" name="pl50"/>
          <p:cNvSpPr/>
          <p:nvPr/>
        </p:nvSpPr>
        <p:spPr>
          <a:xfrm>
            <a:off x="1866661" y="1322881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1" name="pl51"/>
          <p:cNvSpPr/>
          <p:nvPr/>
        </p:nvSpPr>
        <p:spPr>
          <a:xfrm>
            <a:off x="2056930" y="1233827"/>
            <a:ext cx="0" cy="16404"/>
          </a:xfrm>
          <a:custGeom>
            <a:avLst/>
            <a:gdLst/>
            <a:ahLst/>
            <a:cxnLst/>
            <a:rect l="0" t="0" r="0" b="0"/>
            <a:pathLst>
              <a:path h="6710">
                <a:moveTo>
                  <a:pt x="0" y="671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2" name="pl52"/>
          <p:cNvSpPr/>
          <p:nvPr/>
        </p:nvSpPr>
        <p:spPr>
          <a:xfrm>
            <a:off x="2056930" y="1266707"/>
            <a:ext cx="0" cy="11989"/>
          </a:xfrm>
          <a:custGeom>
            <a:avLst/>
            <a:gdLst/>
            <a:ahLst/>
            <a:cxnLst/>
            <a:rect l="0" t="0" r="0" b="0"/>
            <a:pathLst>
              <a:path h="4904">
                <a:moveTo>
                  <a:pt x="0" y="0"/>
                </a:moveTo>
                <a:lnTo>
                  <a:pt x="0" y="4904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3" name="pg53"/>
          <p:cNvSpPr/>
          <p:nvPr/>
        </p:nvSpPr>
        <p:spPr>
          <a:xfrm>
            <a:off x="2005039" y="1250233"/>
            <a:ext cx="103782" cy="16475"/>
          </a:xfrm>
          <a:custGeom>
            <a:avLst/>
            <a:gdLst/>
            <a:ahLst/>
            <a:cxnLst/>
            <a:rect l="0" t="0" r="0" b="0"/>
            <a:pathLst>
              <a:path w="42858" h="6739">
                <a:moveTo>
                  <a:pt x="0" y="0"/>
                </a:moveTo>
                <a:lnTo>
                  <a:pt x="0" y="6739"/>
                </a:lnTo>
                <a:lnTo>
                  <a:pt x="42858" y="6739"/>
                </a:lnTo>
                <a:lnTo>
                  <a:pt x="42858" y="0"/>
                </a:lnTo>
                <a:close/>
              </a:path>
            </a:pathLst>
          </a:custGeom>
          <a:solidFill>
            <a:srgbClr val="FB61D7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4" name="pl54"/>
          <p:cNvSpPr/>
          <p:nvPr/>
        </p:nvSpPr>
        <p:spPr>
          <a:xfrm>
            <a:off x="2005039" y="1260427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5" name="pl55"/>
          <p:cNvSpPr/>
          <p:nvPr/>
        </p:nvSpPr>
        <p:spPr>
          <a:xfrm>
            <a:off x="1143636" y="3122441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" name="pl56"/>
          <p:cNvSpPr/>
          <p:nvPr/>
        </p:nvSpPr>
        <p:spPr>
          <a:xfrm>
            <a:off x="1143636" y="2942362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7" name="pl57"/>
          <p:cNvSpPr/>
          <p:nvPr/>
        </p:nvSpPr>
        <p:spPr>
          <a:xfrm>
            <a:off x="1143636" y="2762280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8" name="pl58"/>
          <p:cNvSpPr/>
          <p:nvPr/>
        </p:nvSpPr>
        <p:spPr>
          <a:xfrm>
            <a:off x="1143636" y="2582199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9" name="pl59"/>
          <p:cNvSpPr/>
          <p:nvPr/>
        </p:nvSpPr>
        <p:spPr>
          <a:xfrm>
            <a:off x="1143636" y="3032401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0" name="pl60"/>
          <p:cNvSpPr/>
          <p:nvPr/>
        </p:nvSpPr>
        <p:spPr>
          <a:xfrm>
            <a:off x="1143636" y="2852320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1" name="pl61"/>
          <p:cNvSpPr/>
          <p:nvPr/>
        </p:nvSpPr>
        <p:spPr>
          <a:xfrm>
            <a:off x="1143636" y="2672238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2" name="pl62"/>
          <p:cNvSpPr/>
          <p:nvPr/>
        </p:nvSpPr>
        <p:spPr>
          <a:xfrm>
            <a:off x="1226663" y="2554124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3" name="pl63"/>
          <p:cNvSpPr/>
          <p:nvPr/>
        </p:nvSpPr>
        <p:spPr>
          <a:xfrm>
            <a:off x="1365041" y="2554124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4" name="pl64"/>
          <p:cNvSpPr/>
          <p:nvPr/>
        </p:nvSpPr>
        <p:spPr>
          <a:xfrm>
            <a:off x="1503419" y="2554124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5" name="pl65"/>
          <p:cNvSpPr/>
          <p:nvPr/>
        </p:nvSpPr>
        <p:spPr>
          <a:xfrm>
            <a:off x="1641798" y="2554124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6" name="pl66"/>
          <p:cNvSpPr/>
          <p:nvPr/>
        </p:nvSpPr>
        <p:spPr>
          <a:xfrm>
            <a:off x="1780174" y="2554124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7" name="pl67"/>
          <p:cNvSpPr/>
          <p:nvPr/>
        </p:nvSpPr>
        <p:spPr>
          <a:xfrm>
            <a:off x="1918552" y="2554124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8" name="pl68"/>
          <p:cNvSpPr/>
          <p:nvPr/>
        </p:nvSpPr>
        <p:spPr>
          <a:xfrm>
            <a:off x="2056930" y="2554124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69" name="pl69"/>
          <p:cNvSpPr/>
          <p:nvPr/>
        </p:nvSpPr>
        <p:spPr>
          <a:xfrm>
            <a:off x="1226663" y="2583883"/>
            <a:ext cx="0" cy="108861"/>
          </a:xfrm>
          <a:custGeom>
            <a:avLst/>
            <a:gdLst/>
            <a:ahLst/>
            <a:cxnLst/>
            <a:rect l="0" t="0" r="0" b="0"/>
            <a:pathLst>
              <a:path h="44530">
                <a:moveTo>
                  <a:pt x="0" y="4453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0" name="pl70"/>
          <p:cNvSpPr/>
          <p:nvPr/>
        </p:nvSpPr>
        <p:spPr>
          <a:xfrm>
            <a:off x="1226663" y="2789081"/>
            <a:ext cx="0" cy="18210"/>
          </a:xfrm>
          <a:custGeom>
            <a:avLst/>
            <a:gdLst/>
            <a:ahLst/>
            <a:cxnLst/>
            <a:rect l="0" t="0" r="0" b="0"/>
            <a:pathLst>
              <a:path h="7449">
                <a:moveTo>
                  <a:pt x="0" y="0"/>
                </a:moveTo>
                <a:lnTo>
                  <a:pt x="0" y="7449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1" name="pg71"/>
          <p:cNvSpPr/>
          <p:nvPr/>
        </p:nvSpPr>
        <p:spPr>
          <a:xfrm>
            <a:off x="1174772" y="2692744"/>
            <a:ext cx="103782" cy="96335"/>
          </a:xfrm>
          <a:custGeom>
            <a:avLst/>
            <a:gdLst/>
            <a:ahLst/>
            <a:cxnLst/>
            <a:rect l="0" t="0" r="0" b="0"/>
            <a:pathLst>
              <a:path w="42858" h="39406">
                <a:moveTo>
                  <a:pt x="0" y="0"/>
                </a:moveTo>
                <a:lnTo>
                  <a:pt x="0" y="39406"/>
                </a:lnTo>
                <a:lnTo>
                  <a:pt x="42858" y="39406"/>
                </a:lnTo>
                <a:lnTo>
                  <a:pt x="42858" y="0"/>
                </a:lnTo>
                <a:close/>
              </a:path>
            </a:pathLst>
          </a:custGeom>
          <a:solidFill>
            <a:srgbClr val="F8766D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72" name="pl72"/>
          <p:cNvSpPr/>
          <p:nvPr/>
        </p:nvSpPr>
        <p:spPr>
          <a:xfrm>
            <a:off x="1174772" y="2752619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73" name="pt73"/>
          <p:cNvSpPr/>
          <p:nvPr/>
        </p:nvSpPr>
        <p:spPr>
          <a:xfrm>
            <a:off x="1304924" y="2540060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4" name="pl74"/>
          <p:cNvSpPr/>
          <p:nvPr/>
        </p:nvSpPr>
        <p:spPr>
          <a:xfrm>
            <a:off x="1365041" y="2649664"/>
            <a:ext cx="0" cy="55949"/>
          </a:xfrm>
          <a:custGeom>
            <a:avLst/>
            <a:gdLst/>
            <a:ahLst/>
            <a:cxnLst/>
            <a:rect l="0" t="0" r="0" b="0"/>
            <a:pathLst>
              <a:path h="22886">
                <a:moveTo>
                  <a:pt x="0" y="22886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5" name="pl75"/>
          <p:cNvSpPr/>
          <p:nvPr/>
        </p:nvSpPr>
        <p:spPr>
          <a:xfrm>
            <a:off x="1365041" y="2771814"/>
            <a:ext cx="0" cy="54181"/>
          </a:xfrm>
          <a:custGeom>
            <a:avLst/>
            <a:gdLst/>
            <a:ahLst/>
            <a:cxnLst/>
            <a:rect l="0" t="0" r="0" b="0"/>
            <a:pathLst>
              <a:path h="22163">
                <a:moveTo>
                  <a:pt x="0" y="0"/>
                </a:moveTo>
                <a:lnTo>
                  <a:pt x="0" y="22163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6" name="pg76"/>
          <p:cNvSpPr/>
          <p:nvPr/>
        </p:nvSpPr>
        <p:spPr>
          <a:xfrm>
            <a:off x="1313150" y="2705615"/>
            <a:ext cx="103782" cy="66199"/>
          </a:xfrm>
          <a:custGeom>
            <a:avLst/>
            <a:gdLst/>
            <a:ahLst/>
            <a:cxnLst/>
            <a:rect l="0" t="0" r="0" b="0"/>
            <a:pathLst>
              <a:path w="42858" h="27079">
                <a:moveTo>
                  <a:pt x="0" y="0"/>
                </a:moveTo>
                <a:lnTo>
                  <a:pt x="0" y="27079"/>
                </a:lnTo>
                <a:lnTo>
                  <a:pt x="42858" y="27079"/>
                </a:lnTo>
                <a:lnTo>
                  <a:pt x="42858" y="0"/>
                </a:lnTo>
                <a:close/>
              </a:path>
            </a:pathLst>
          </a:custGeom>
          <a:solidFill>
            <a:srgbClr val="C49A00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77" name="pl77"/>
          <p:cNvSpPr/>
          <p:nvPr/>
        </p:nvSpPr>
        <p:spPr>
          <a:xfrm>
            <a:off x="1313150" y="2756787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78" name="pt78"/>
          <p:cNvSpPr/>
          <p:nvPr/>
        </p:nvSpPr>
        <p:spPr>
          <a:xfrm>
            <a:off x="1443303" y="2593151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9" name="pl79"/>
          <p:cNvSpPr/>
          <p:nvPr/>
        </p:nvSpPr>
        <p:spPr>
          <a:xfrm>
            <a:off x="1503419" y="2729773"/>
            <a:ext cx="0" cy="56621"/>
          </a:xfrm>
          <a:custGeom>
            <a:avLst/>
            <a:gdLst/>
            <a:ahLst/>
            <a:cxnLst/>
            <a:rect l="0" t="0" r="0" b="0"/>
            <a:pathLst>
              <a:path h="23161">
                <a:moveTo>
                  <a:pt x="0" y="23161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0" name="pl80"/>
          <p:cNvSpPr/>
          <p:nvPr/>
        </p:nvSpPr>
        <p:spPr>
          <a:xfrm>
            <a:off x="1503419" y="2846602"/>
            <a:ext cx="0" cy="81322"/>
          </a:xfrm>
          <a:custGeom>
            <a:avLst/>
            <a:gdLst/>
            <a:ahLst/>
            <a:cxnLst/>
            <a:rect l="0" t="0" r="0" b="0"/>
            <a:pathLst>
              <a:path h="33265">
                <a:moveTo>
                  <a:pt x="0" y="0"/>
                </a:moveTo>
                <a:lnTo>
                  <a:pt x="0" y="33265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1" name="pg81"/>
          <p:cNvSpPr/>
          <p:nvPr/>
        </p:nvSpPr>
        <p:spPr>
          <a:xfrm>
            <a:off x="1451529" y="2786394"/>
            <a:ext cx="103782" cy="60205"/>
          </a:xfrm>
          <a:custGeom>
            <a:avLst/>
            <a:gdLst/>
            <a:ahLst/>
            <a:cxnLst/>
            <a:rect l="0" t="0" r="0" b="0"/>
            <a:pathLst>
              <a:path w="42858" h="24627">
                <a:moveTo>
                  <a:pt x="0" y="0"/>
                </a:moveTo>
                <a:lnTo>
                  <a:pt x="0" y="24627"/>
                </a:lnTo>
                <a:lnTo>
                  <a:pt x="42858" y="24627"/>
                </a:lnTo>
                <a:lnTo>
                  <a:pt x="42858" y="0"/>
                </a:lnTo>
                <a:close/>
              </a:path>
            </a:pathLst>
          </a:custGeom>
          <a:solidFill>
            <a:srgbClr val="53B400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82" name="pl82"/>
          <p:cNvSpPr/>
          <p:nvPr/>
        </p:nvSpPr>
        <p:spPr>
          <a:xfrm>
            <a:off x="1451529" y="2824392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83" name="pl83"/>
          <p:cNvSpPr/>
          <p:nvPr/>
        </p:nvSpPr>
        <p:spPr>
          <a:xfrm>
            <a:off x="1641798" y="2653842"/>
            <a:ext cx="0" cy="98853"/>
          </a:xfrm>
          <a:custGeom>
            <a:avLst/>
            <a:gdLst/>
            <a:ahLst/>
            <a:cxnLst/>
            <a:rect l="0" t="0" r="0" b="0"/>
            <a:pathLst>
              <a:path h="40436">
                <a:moveTo>
                  <a:pt x="0" y="40436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4" name="pl84"/>
          <p:cNvSpPr/>
          <p:nvPr/>
        </p:nvSpPr>
        <p:spPr>
          <a:xfrm>
            <a:off x="1641798" y="2855168"/>
            <a:ext cx="0" cy="72753"/>
          </a:xfrm>
          <a:custGeom>
            <a:avLst/>
            <a:gdLst/>
            <a:ahLst/>
            <a:cxnLst/>
            <a:rect l="0" t="0" r="0" b="0"/>
            <a:pathLst>
              <a:path h="29760">
                <a:moveTo>
                  <a:pt x="0" y="0"/>
                </a:moveTo>
                <a:lnTo>
                  <a:pt x="0" y="2976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5" name="pg85"/>
          <p:cNvSpPr/>
          <p:nvPr/>
        </p:nvSpPr>
        <p:spPr>
          <a:xfrm>
            <a:off x="1589904" y="2752695"/>
            <a:ext cx="103782" cy="102473"/>
          </a:xfrm>
          <a:custGeom>
            <a:avLst/>
            <a:gdLst/>
            <a:ahLst/>
            <a:cxnLst/>
            <a:rect l="0" t="0" r="0" b="0"/>
            <a:pathLst>
              <a:path w="42858" h="41917">
                <a:moveTo>
                  <a:pt x="0" y="0"/>
                </a:moveTo>
                <a:lnTo>
                  <a:pt x="0" y="41917"/>
                </a:lnTo>
                <a:lnTo>
                  <a:pt x="42858" y="41917"/>
                </a:lnTo>
                <a:lnTo>
                  <a:pt x="42858" y="0"/>
                </a:lnTo>
                <a:close/>
              </a:path>
            </a:pathLst>
          </a:custGeom>
          <a:solidFill>
            <a:srgbClr val="00C094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86" name="pl86"/>
          <p:cNvSpPr/>
          <p:nvPr/>
        </p:nvSpPr>
        <p:spPr>
          <a:xfrm>
            <a:off x="1589904" y="2810291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87" name="pl87"/>
          <p:cNvSpPr/>
          <p:nvPr/>
        </p:nvSpPr>
        <p:spPr>
          <a:xfrm>
            <a:off x="1780174" y="2772633"/>
            <a:ext cx="0" cy="62672"/>
          </a:xfrm>
          <a:custGeom>
            <a:avLst/>
            <a:gdLst/>
            <a:ahLst/>
            <a:cxnLst/>
            <a:rect l="0" t="0" r="0" b="0"/>
            <a:pathLst>
              <a:path h="25636">
                <a:moveTo>
                  <a:pt x="0" y="25636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8" name="pl88"/>
          <p:cNvSpPr/>
          <p:nvPr/>
        </p:nvSpPr>
        <p:spPr>
          <a:xfrm>
            <a:off x="1780174" y="2936404"/>
            <a:ext cx="0" cy="130577"/>
          </a:xfrm>
          <a:custGeom>
            <a:avLst/>
            <a:gdLst/>
            <a:ahLst/>
            <a:cxnLst/>
            <a:rect l="0" t="0" r="0" b="0"/>
            <a:pathLst>
              <a:path h="53413">
                <a:moveTo>
                  <a:pt x="0" y="0"/>
                </a:moveTo>
                <a:lnTo>
                  <a:pt x="0" y="53413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9" name="pg89"/>
          <p:cNvSpPr/>
          <p:nvPr/>
        </p:nvSpPr>
        <p:spPr>
          <a:xfrm>
            <a:off x="1728283" y="2835307"/>
            <a:ext cx="103782" cy="101094"/>
          </a:xfrm>
          <a:custGeom>
            <a:avLst/>
            <a:gdLst/>
            <a:ahLst/>
            <a:cxnLst/>
            <a:rect l="0" t="0" r="0" b="0"/>
            <a:pathLst>
              <a:path w="42858" h="41353">
                <a:moveTo>
                  <a:pt x="0" y="0"/>
                </a:moveTo>
                <a:lnTo>
                  <a:pt x="0" y="41353"/>
                </a:lnTo>
                <a:lnTo>
                  <a:pt x="42858" y="41353"/>
                </a:lnTo>
                <a:lnTo>
                  <a:pt x="42858" y="0"/>
                </a:lnTo>
                <a:close/>
              </a:path>
            </a:pathLst>
          </a:custGeom>
          <a:solidFill>
            <a:srgbClr val="00B6EB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0" name="pl90"/>
          <p:cNvSpPr/>
          <p:nvPr/>
        </p:nvSpPr>
        <p:spPr>
          <a:xfrm>
            <a:off x="1728283" y="2899375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1" name="pt91"/>
          <p:cNvSpPr/>
          <p:nvPr/>
        </p:nvSpPr>
        <p:spPr>
          <a:xfrm>
            <a:off x="1858435" y="3058841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2" name="pl92"/>
          <p:cNvSpPr/>
          <p:nvPr/>
        </p:nvSpPr>
        <p:spPr>
          <a:xfrm>
            <a:off x="1918552" y="2826047"/>
            <a:ext cx="0" cy="76457"/>
          </a:xfrm>
          <a:custGeom>
            <a:avLst/>
            <a:gdLst/>
            <a:ahLst/>
            <a:cxnLst/>
            <a:rect l="0" t="0" r="0" b="0"/>
            <a:pathLst>
              <a:path h="31275">
                <a:moveTo>
                  <a:pt x="0" y="31275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3" name="pl93"/>
          <p:cNvSpPr/>
          <p:nvPr/>
        </p:nvSpPr>
        <p:spPr>
          <a:xfrm>
            <a:off x="1918552" y="2984442"/>
            <a:ext cx="0" cy="122507"/>
          </a:xfrm>
          <a:custGeom>
            <a:avLst/>
            <a:gdLst/>
            <a:ahLst/>
            <a:cxnLst/>
            <a:rect l="0" t="0" r="0" b="0"/>
            <a:pathLst>
              <a:path h="50112">
                <a:moveTo>
                  <a:pt x="0" y="0"/>
                </a:moveTo>
                <a:lnTo>
                  <a:pt x="0" y="50112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4" name="pg94"/>
          <p:cNvSpPr/>
          <p:nvPr/>
        </p:nvSpPr>
        <p:spPr>
          <a:xfrm>
            <a:off x="1866661" y="2902506"/>
            <a:ext cx="103782" cy="81936"/>
          </a:xfrm>
          <a:custGeom>
            <a:avLst/>
            <a:gdLst/>
            <a:ahLst/>
            <a:cxnLst/>
            <a:rect l="0" t="0" r="0" b="0"/>
            <a:pathLst>
              <a:path w="42858" h="33516">
                <a:moveTo>
                  <a:pt x="0" y="0"/>
                </a:moveTo>
                <a:lnTo>
                  <a:pt x="0" y="33516"/>
                </a:lnTo>
                <a:lnTo>
                  <a:pt x="42858" y="33516"/>
                </a:lnTo>
                <a:lnTo>
                  <a:pt x="42858" y="0"/>
                </a:lnTo>
                <a:close/>
              </a:path>
            </a:pathLst>
          </a:custGeom>
          <a:solidFill>
            <a:srgbClr val="A58AFF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5" name="pl95"/>
          <p:cNvSpPr/>
          <p:nvPr/>
        </p:nvSpPr>
        <p:spPr>
          <a:xfrm>
            <a:off x="1866661" y="2919094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96" name="pt96"/>
          <p:cNvSpPr/>
          <p:nvPr/>
        </p:nvSpPr>
        <p:spPr>
          <a:xfrm>
            <a:off x="1996813" y="3118341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7" name="pl97"/>
          <p:cNvSpPr/>
          <p:nvPr/>
        </p:nvSpPr>
        <p:spPr>
          <a:xfrm>
            <a:off x="2056930" y="2833222"/>
            <a:ext cx="0" cy="90612"/>
          </a:xfrm>
          <a:custGeom>
            <a:avLst/>
            <a:gdLst/>
            <a:ahLst/>
            <a:cxnLst/>
            <a:rect l="0" t="0" r="0" b="0"/>
            <a:pathLst>
              <a:path h="37065">
                <a:moveTo>
                  <a:pt x="0" y="37065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8" name="pl98"/>
          <p:cNvSpPr/>
          <p:nvPr/>
        </p:nvSpPr>
        <p:spPr>
          <a:xfrm>
            <a:off x="2056930" y="3005349"/>
            <a:ext cx="0" cy="83657"/>
          </a:xfrm>
          <a:custGeom>
            <a:avLst/>
            <a:gdLst/>
            <a:ahLst/>
            <a:cxnLst/>
            <a:rect l="0" t="0" r="0" b="0"/>
            <a:pathLst>
              <a:path h="34220">
                <a:moveTo>
                  <a:pt x="0" y="0"/>
                </a:moveTo>
                <a:lnTo>
                  <a:pt x="0" y="3422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9" name="pg99"/>
          <p:cNvSpPr/>
          <p:nvPr/>
        </p:nvSpPr>
        <p:spPr>
          <a:xfrm>
            <a:off x="2005039" y="2923836"/>
            <a:ext cx="103782" cy="81510"/>
          </a:xfrm>
          <a:custGeom>
            <a:avLst/>
            <a:gdLst/>
            <a:ahLst/>
            <a:cxnLst/>
            <a:rect l="0" t="0" r="0" b="0"/>
            <a:pathLst>
              <a:path w="42858" h="33342">
                <a:moveTo>
                  <a:pt x="0" y="0"/>
                </a:moveTo>
                <a:lnTo>
                  <a:pt x="0" y="33342"/>
                </a:lnTo>
                <a:lnTo>
                  <a:pt x="42858" y="33342"/>
                </a:lnTo>
                <a:lnTo>
                  <a:pt x="42858" y="0"/>
                </a:lnTo>
                <a:close/>
              </a:path>
            </a:pathLst>
          </a:custGeom>
          <a:solidFill>
            <a:srgbClr val="FB61D7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00" name="pl100"/>
          <p:cNvSpPr/>
          <p:nvPr/>
        </p:nvSpPr>
        <p:spPr>
          <a:xfrm>
            <a:off x="2005039" y="2957886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01" name="pl101"/>
          <p:cNvSpPr/>
          <p:nvPr/>
        </p:nvSpPr>
        <p:spPr>
          <a:xfrm>
            <a:off x="1143636" y="4498565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2" name="pl102"/>
          <p:cNvSpPr/>
          <p:nvPr/>
        </p:nvSpPr>
        <p:spPr>
          <a:xfrm>
            <a:off x="1143636" y="4350834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3" name="pl103"/>
          <p:cNvSpPr/>
          <p:nvPr/>
        </p:nvSpPr>
        <p:spPr>
          <a:xfrm>
            <a:off x="1143636" y="4203102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4" name="pl104"/>
          <p:cNvSpPr/>
          <p:nvPr/>
        </p:nvSpPr>
        <p:spPr>
          <a:xfrm>
            <a:off x="1143636" y="4055371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5" name="pl105"/>
          <p:cNvSpPr/>
          <p:nvPr/>
        </p:nvSpPr>
        <p:spPr>
          <a:xfrm>
            <a:off x="1143636" y="3907640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6" name="pl106"/>
          <p:cNvSpPr/>
          <p:nvPr/>
        </p:nvSpPr>
        <p:spPr>
          <a:xfrm>
            <a:off x="1143636" y="4424699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7" name="pl107"/>
          <p:cNvSpPr/>
          <p:nvPr/>
        </p:nvSpPr>
        <p:spPr>
          <a:xfrm>
            <a:off x="1143636" y="4276968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8" name="pl108"/>
          <p:cNvSpPr/>
          <p:nvPr/>
        </p:nvSpPr>
        <p:spPr>
          <a:xfrm>
            <a:off x="1143636" y="4129237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9" name="pl109"/>
          <p:cNvSpPr/>
          <p:nvPr/>
        </p:nvSpPr>
        <p:spPr>
          <a:xfrm>
            <a:off x="1143636" y="3981505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0" name="pl110"/>
          <p:cNvSpPr/>
          <p:nvPr/>
        </p:nvSpPr>
        <p:spPr>
          <a:xfrm>
            <a:off x="1226663" y="390418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1" name="pl111"/>
          <p:cNvSpPr/>
          <p:nvPr/>
        </p:nvSpPr>
        <p:spPr>
          <a:xfrm>
            <a:off x="1365041" y="390418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2" name="pl112"/>
          <p:cNvSpPr/>
          <p:nvPr/>
        </p:nvSpPr>
        <p:spPr>
          <a:xfrm>
            <a:off x="1503419" y="390418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3" name="pl113"/>
          <p:cNvSpPr/>
          <p:nvPr/>
        </p:nvSpPr>
        <p:spPr>
          <a:xfrm>
            <a:off x="1641798" y="390418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4" name="pl114"/>
          <p:cNvSpPr/>
          <p:nvPr/>
        </p:nvSpPr>
        <p:spPr>
          <a:xfrm>
            <a:off x="1780174" y="390418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5" name="pl115"/>
          <p:cNvSpPr/>
          <p:nvPr/>
        </p:nvSpPr>
        <p:spPr>
          <a:xfrm>
            <a:off x="1918552" y="390418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6" name="pl116"/>
          <p:cNvSpPr/>
          <p:nvPr/>
        </p:nvSpPr>
        <p:spPr>
          <a:xfrm>
            <a:off x="2056930" y="390418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7" name="pl117"/>
          <p:cNvSpPr/>
          <p:nvPr/>
        </p:nvSpPr>
        <p:spPr>
          <a:xfrm>
            <a:off x="1226663" y="3933937"/>
            <a:ext cx="0" cy="89316"/>
          </a:xfrm>
          <a:custGeom>
            <a:avLst/>
            <a:gdLst/>
            <a:ahLst/>
            <a:cxnLst/>
            <a:rect l="0" t="0" r="0" b="0"/>
            <a:pathLst>
              <a:path h="36535">
                <a:moveTo>
                  <a:pt x="0" y="36535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8" name="pl118"/>
          <p:cNvSpPr/>
          <p:nvPr/>
        </p:nvSpPr>
        <p:spPr>
          <a:xfrm>
            <a:off x="1226663" y="4116089"/>
            <a:ext cx="0" cy="119229"/>
          </a:xfrm>
          <a:custGeom>
            <a:avLst/>
            <a:gdLst/>
            <a:ahLst/>
            <a:cxnLst/>
            <a:rect l="0" t="0" r="0" b="0"/>
            <a:pathLst>
              <a:path h="48771">
                <a:moveTo>
                  <a:pt x="0" y="0"/>
                </a:moveTo>
                <a:lnTo>
                  <a:pt x="0" y="48771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19" name="pg119"/>
          <p:cNvSpPr/>
          <p:nvPr/>
        </p:nvSpPr>
        <p:spPr>
          <a:xfrm>
            <a:off x="1174772" y="4023255"/>
            <a:ext cx="103782" cy="92834"/>
          </a:xfrm>
          <a:custGeom>
            <a:avLst/>
            <a:gdLst/>
            <a:ahLst/>
            <a:cxnLst/>
            <a:rect l="0" t="0" r="0" b="0"/>
            <a:pathLst>
              <a:path w="42858" h="37974">
                <a:moveTo>
                  <a:pt x="0" y="0"/>
                </a:moveTo>
                <a:lnTo>
                  <a:pt x="0" y="37974"/>
                </a:lnTo>
                <a:lnTo>
                  <a:pt x="42858" y="37974"/>
                </a:lnTo>
                <a:lnTo>
                  <a:pt x="42858" y="0"/>
                </a:lnTo>
                <a:close/>
              </a:path>
            </a:pathLst>
          </a:custGeom>
          <a:solidFill>
            <a:srgbClr val="F8766D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20" name="pl120"/>
          <p:cNvSpPr/>
          <p:nvPr/>
        </p:nvSpPr>
        <p:spPr>
          <a:xfrm>
            <a:off x="1174772" y="4036285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21" name="pl121"/>
          <p:cNvSpPr/>
          <p:nvPr/>
        </p:nvSpPr>
        <p:spPr>
          <a:xfrm>
            <a:off x="1365041" y="4065240"/>
            <a:ext cx="0" cy="79117"/>
          </a:xfrm>
          <a:custGeom>
            <a:avLst/>
            <a:gdLst/>
            <a:ahLst/>
            <a:cxnLst/>
            <a:rect l="0" t="0" r="0" b="0"/>
            <a:pathLst>
              <a:path h="32363">
                <a:moveTo>
                  <a:pt x="0" y="32363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2" name="pl122"/>
          <p:cNvSpPr/>
          <p:nvPr/>
        </p:nvSpPr>
        <p:spPr>
          <a:xfrm>
            <a:off x="1365041" y="4248759"/>
            <a:ext cx="0" cy="141016"/>
          </a:xfrm>
          <a:custGeom>
            <a:avLst/>
            <a:gdLst/>
            <a:ahLst/>
            <a:cxnLst/>
            <a:rect l="0" t="0" r="0" b="0"/>
            <a:pathLst>
              <a:path h="57683">
                <a:moveTo>
                  <a:pt x="0" y="0"/>
                </a:moveTo>
                <a:lnTo>
                  <a:pt x="0" y="57683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3" name="pg123"/>
          <p:cNvSpPr/>
          <p:nvPr/>
        </p:nvSpPr>
        <p:spPr>
          <a:xfrm>
            <a:off x="1313150" y="4144357"/>
            <a:ext cx="103782" cy="104400"/>
          </a:xfrm>
          <a:custGeom>
            <a:avLst/>
            <a:gdLst/>
            <a:ahLst/>
            <a:cxnLst/>
            <a:rect l="0" t="0" r="0" b="0"/>
            <a:pathLst>
              <a:path w="42858" h="42705">
                <a:moveTo>
                  <a:pt x="0" y="0"/>
                </a:moveTo>
                <a:lnTo>
                  <a:pt x="0" y="42705"/>
                </a:lnTo>
                <a:lnTo>
                  <a:pt x="42858" y="42705"/>
                </a:lnTo>
                <a:lnTo>
                  <a:pt x="42858" y="0"/>
                </a:lnTo>
                <a:close/>
              </a:path>
            </a:pathLst>
          </a:custGeom>
          <a:solidFill>
            <a:srgbClr val="C49A00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24" name="pl124"/>
          <p:cNvSpPr/>
          <p:nvPr/>
        </p:nvSpPr>
        <p:spPr>
          <a:xfrm>
            <a:off x="1313150" y="4172671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25" name="pl125"/>
          <p:cNvSpPr/>
          <p:nvPr/>
        </p:nvSpPr>
        <p:spPr>
          <a:xfrm>
            <a:off x="1503419" y="4032917"/>
            <a:ext cx="0" cy="58457"/>
          </a:xfrm>
          <a:custGeom>
            <a:avLst/>
            <a:gdLst/>
            <a:ahLst/>
            <a:cxnLst/>
            <a:rect l="0" t="0" r="0" b="0"/>
            <a:pathLst>
              <a:path h="23912">
                <a:moveTo>
                  <a:pt x="0" y="23912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6" name="pl126"/>
          <p:cNvSpPr/>
          <p:nvPr/>
        </p:nvSpPr>
        <p:spPr>
          <a:xfrm>
            <a:off x="1503419" y="4211118"/>
            <a:ext cx="0" cy="103639"/>
          </a:xfrm>
          <a:custGeom>
            <a:avLst/>
            <a:gdLst/>
            <a:ahLst/>
            <a:cxnLst/>
            <a:rect l="0" t="0" r="0" b="0"/>
            <a:pathLst>
              <a:path h="42394">
                <a:moveTo>
                  <a:pt x="0" y="0"/>
                </a:moveTo>
                <a:lnTo>
                  <a:pt x="0" y="42394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27" name="pg127"/>
          <p:cNvSpPr/>
          <p:nvPr/>
        </p:nvSpPr>
        <p:spPr>
          <a:xfrm>
            <a:off x="1451529" y="4091374"/>
            <a:ext cx="103782" cy="119742"/>
          </a:xfrm>
          <a:custGeom>
            <a:avLst/>
            <a:gdLst/>
            <a:ahLst/>
            <a:cxnLst/>
            <a:rect l="0" t="0" r="0" b="0"/>
            <a:pathLst>
              <a:path w="42858" h="48981">
                <a:moveTo>
                  <a:pt x="0" y="0"/>
                </a:moveTo>
                <a:lnTo>
                  <a:pt x="0" y="48981"/>
                </a:lnTo>
                <a:lnTo>
                  <a:pt x="42858" y="48981"/>
                </a:lnTo>
                <a:lnTo>
                  <a:pt x="42858" y="0"/>
                </a:lnTo>
                <a:close/>
              </a:path>
            </a:pathLst>
          </a:custGeom>
          <a:solidFill>
            <a:srgbClr val="53B400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28" name="pl128"/>
          <p:cNvSpPr/>
          <p:nvPr/>
        </p:nvSpPr>
        <p:spPr>
          <a:xfrm>
            <a:off x="1451529" y="4121983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29" name="pl129"/>
          <p:cNvSpPr/>
          <p:nvPr/>
        </p:nvSpPr>
        <p:spPr>
          <a:xfrm>
            <a:off x="1641798" y="4208155"/>
            <a:ext cx="0" cy="99038"/>
          </a:xfrm>
          <a:custGeom>
            <a:avLst/>
            <a:gdLst/>
            <a:ahLst/>
            <a:cxnLst/>
            <a:rect l="0" t="0" r="0" b="0"/>
            <a:pathLst>
              <a:path h="40512">
                <a:moveTo>
                  <a:pt x="0" y="40512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0" name="pl130"/>
          <p:cNvSpPr/>
          <p:nvPr/>
        </p:nvSpPr>
        <p:spPr>
          <a:xfrm>
            <a:off x="1641798" y="4415297"/>
            <a:ext cx="0" cy="113790"/>
          </a:xfrm>
          <a:custGeom>
            <a:avLst/>
            <a:gdLst/>
            <a:ahLst/>
            <a:cxnLst/>
            <a:rect l="0" t="0" r="0" b="0"/>
            <a:pathLst>
              <a:path h="46546">
                <a:moveTo>
                  <a:pt x="0" y="0"/>
                </a:moveTo>
                <a:lnTo>
                  <a:pt x="0" y="46546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1" name="pg131"/>
          <p:cNvSpPr/>
          <p:nvPr/>
        </p:nvSpPr>
        <p:spPr>
          <a:xfrm>
            <a:off x="1589904" y="4307194"/>
            <a:ext cx="103782" cy="108101"/>
          </a:xfrm>
          <a:custGeom>
            <a:avLst/>
            <a:gdLst/>
            <a:ahLst/>
            <a:cxnLst/>
            <a:rect l="0" t="0" r="0" b="0"/>
            <a:pathLst>
              <a:path w="42858" h="44219">
                <a:moveTo>
                  <a:pt x="0" y="0"/>
                </a:moveTo>
                <a:lnTo>
                  <a:pt x="0" y="44219"/>
                </a:lnTo>
                <a:lnTo>
                  <a:pt x="42858" y="44219"/>
                </a:lnTo>
                <a:lnTo>
                  <a:pt x="42858" y="0"/>
                </a:lnTo>
                <a:close/>
              </a:path>
            </a:pathLst>
          </a:custGeom>
          <a:solidFill>
            <a:srgbClr val="00C094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32" name="pl132"/>
          <p:cNvSpPr/>
          <p:nvPr/>
        </p:nvSpPr>
        <p:spPr>
          <a:xfrm>
            <a:off x="1589904" y="4332929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33" name="pl133"/>
          <p:cNvSpPr/>
          <p:nvPr/>
        </p:nvSpPr>
        <p:spPr>
          <a:xfrm>
            <a:off x="1780174" y="4087785"/>
            <a:ext cx="0" cy="121434"/>
          </a:xfrm>
          <a:custGeom>
            <a:avLst/>
            <a:gdLst/>
            <a:ahLst/>
            <a:cxnLst/>
            <a:rect l="0" t="0" r="0" b="0"/>
            <a:pathLst>
              <a:path h="49673">
                <a:moveTo>
                  <a:pt x="0" y="49673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4" name="pl134"/>
          <p:cNvSpPr/>
          <p:nvPr/>
        </p:nvSpPr>
        <p:spPr>
          <a:xfrm>
            <a:off x="1780174" y="4323563"/>
            <a:ext cx="0" cy="97295"/>
          </a:xfrm>
          <a:custGeom>
            <a:avLst/>
            <a:gdLst/>
            <a:ahLst/>
            <a:cxnLst/>
            <a:rect l="0" t="0" r="0" b="0"/>
            <a:pathLst>
              <a:path h="39799">
                <a:moveTo>
                  <a:pt x="0" y="0"/>
                </a:moveTo>
                <a:lnTo>
                  <a:pt x="0" y="39799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5" name="pg135"/>
          <p:cNvSpPr/>
          <p:nvPr/>
        </p:nvSpPr>
        <p:spPr>
          <a:xfrm>
            <a:off x="1728283" y="4209219"/>
            <a:ext cx="103782" cy="114342"/>
          </a:xfrm>
          <a:custGeom>
            <a:avLst/>
            <a:gdLst/>
            <a:ahLst/>
            <a:cxnLst/>
            <a:rect l="0" t="0" r="0" b="0"/>
            <a:pathLst>
              <a:path w="42858" h="46772">
                <a:moveTo>
                  <a:pt x="0" y="0"/>
                </a:moveTo>
                <a:lnTo>
                  <a:pt x="0" y="46772"/>
                </a:lnTo>
                <a:lnTo>
                  <a:pt x="42858" y="46772"/>
                </a:lnTo>
                <a:lnTo>
                  <a:pt x="42858" y="0"/>
                </a:lnTo>
                <a:close/>
              </a:path>
            </a:pathLst>
          </a:custGeom>
          <a:solidFill>
            <a:srgbClr val="00B6EB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36" name="pl136"/>
          <p:cNvSpPr/>
          <p:nvPr/>
        </p:nvSpPr>
        <p:spPr>
          <a:xfrm>
            <a:off x="1728283" y="4235988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37" name="pl137"/>
          <p:cNvSpPr/>
          <p:nvPr/>
        </p:nvSpPr>
        <p:spPr>
          <a:xfrm>
            <a:off x="1918552" y="4171991"/>
            <a:ext cx="0" cy="84546"/>
          </a:xfrm>
          <a:custGeom>
            <a:avLst/>
            <a:gdLst/>
            <a:ahLst/>
            <a:cxnLst/>
            <a:rect l="0" t="0" r="0" b="0"/>
            <a:pathLst>
              <a:path h="34584">
                <a:moveTo>
                  <a:pt x="0" y="3458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8" name="pl138"/>
          <p:cNvSpPr/>
          <p:nvPr/>
        </p:nvSpPr>
        <p:spPr>
          <a:xfrm>
            <a:off x="1918552" y="4384252"/>
            <a:ext cx="0" cy="95758"/>
          </a:xfrm>
          <a:custGeom>
            <a:avLst/>
            <a:gdLst/>
            <a:ahLst/>
            <a:cxnLst/>
            <a:rect l="0" t="0" r="0" b="0"/>
            <a:pathLst>
              <a:path h="39170">
                <a:moveTo>
                  <a:pt x="0" y="0"/>
                </a:moveTo>
                <a:lnTo>
                  <a:pt x="0" y="3917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39" name="pg139"/>
          <p:cNvSpPr/>
          <p:nvPr/>
        </p:nvSpPr>
        <p:spPr>
          <a:xfrm>
            <a:off x="1866661" y="4256538"/>
            <a:ext cx="103782" cy="127712"/>
          </a:xfrm>
          <a:custGeom>
            <a:avLst/>
            <a:gdLst/>
            <a:ahLst/>
            <a:cxnLst/>
            <a:rect l="0" t="0" r="0" b="0"/>
            <a:pathLst>
              <a:path w="42858" h="52241">
                <a:moveTo>
                  <a:pt x="0" y="0"/>
                </a:moveTo>
                <a:lnTo>
                  <a:pt x="0" y="52241"/>
                </a:lnTo>
                <a:lnTo>
                  <a:pt x="42858" y="52241"/>
                </a:lnTo>
                <a:lnTo>
                  <a:pt x="42858" y="0"/>
                </a:lnTo>
                <a:close/>
              </a:path>
            </a:pathLst>
          </a:custGeom>
          <a:solidFill>
            <a:srgbClr val="A58AFF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40" name="pl140"/>
          <p:cNvSpPr/>
          <p:nvPr/>
        </p:nvSpPr>
        <p:spPr>
          <a:xfrm>
            <a:off x="1866661" y="4317713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41" name="pl141"/>
          <p:cNvSpPr/>
          <p:nvPr/>
        </p:nvSpPr>
        <p:spPr>
          <a:xfrm>
            <a:off x="2056930" y="4078387"/>
            <a:ext cx="0" cy="127927"/>
          </a:xfrm>
          <a:custGeom>
            <a:avLst/>
            <a:gdLst/>
            <a:ahLst/>
            <a:cxnLst/>
            <a:rect l="0" t="0" r="0" b="0"/>
            <a:pathLst>
              <a:path h="52329">
                <a:moveTo>
                  <a:pt x="0" y="52329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2" name="pl142"/>
          <p:cNvSpPr/>
          <p:nvPr/>
        </p:nvSpPr>
        <p:spPr>
          <a:xfrm>
            <a:off x="2056930" y="4334178"/>
            <a:ext cx="0" cy="73088"/>
          </a:xfrm>
          <a:custGeom>
            <a:avLst/>
            <a:gdLst/>
            <a:ahLst/>
            <a:cxnLst/>
            <a:rect l="0" t="0" r="0" b="0"/>
            <a:pathLst>
              <a:path h="29897">
                <a:moveTo>
                  <a:pt x="0" y="0"/>
                </a:moveTo>
                <a:lnTo>
                  <a:pt x="0" y="29897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3" name="pg143"/>
          <p:cNvSpPr/>
          <p:nvPr/>
        </p:nvSpPr>
        <p:spPr>
          <a:xfrm>
            <a:off x="2005039" y="4206317"/>
            <a:ext cx="103782" cy="127861"/>
          </a:xfrm>
          <a:custGeom>
            <a:avLst/>
            <a:gdLst/>
            <a:ahLst/>
            <a:cxnLst/>
            <a:rect l="0" t="0" r="0" b="0"/>
            <a:pathLst>
              <a:path w="42858" h="52302">
                <a:moveTo>
                  <a:pt x="0" y="0"/>
                </a:moveTo>
                <a:lnTo>
                  <a:pt x="0" y="52302"/>
                </a:lnTo>
                <a:lnTo>
                  <a:pt x="42858" y="52302"/>
                </a:lnTo>
                <a:lnTo>
                  <a:pt x="42858" y="0"/>
                </a:lnTo>
                <a:close/>
              </a:path>
            </a:pathLst>
          </a:custGeom>
          <a:solidFill>
            <a:srgbClr val="FB61D7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44" name="pl144"/>
          <p:cNvSpPr/>
          <p:nvPr/>
        </p:nvSpPr>
        <p:spPr>
          <a:xfrm>
            <a:off x="2005039" y="4259374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45" name="pl145"/>
          <p:cNvSpPr/>
          <p:nvPr/>
        </p:nvSpPr>
        <p:spPr>
          <a:xfrm>
            <a:off x="3137366" y="1758873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6" name="pl146"/>
          <p:cNvSpPr/>
          <p:nvPr/>
        </p:nvSpPr>
        <p:spPr>
          <a:xfrm>
            <a:off x="3137366" y="1618666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7" name="pl147"/>
          <p:cNvSpPr/>
          <p:nvPr/>
        </p:nvSpPr>
        <p:spPr>
          <a:xfrm>
            <a:off x="3137366" y="1478460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8" name="pl148"/>
          <p:cNvSpPr/>
          <p:nvPr/>
        </p:nvSpPr>
        <p:spPr>
          <a:xfrm>
            <a:off x="3137366" y="1338253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49" name="pl149"/>
          <p:cNvSpPr/>
          <p:nvPr/>
        </p:nvSpPr>
        <p:spPr>
          <a:xfrm>
            <a:off x="3137366" y="1828976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0" name="pl150"/>
          <p:cNvSpPr/>
          <p:nvPr/>
        </p:nvSpPr>
        <p:spPr>
          <a:xfrm>
            <a:off x="3137366" y="1688770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1" name="pl151"/>
          <p:cNvSpPr/>
          <p:nvPr/>
        </p:nvSpPr>
        <p:spPr>
          <a:xfrm>
            <a:off x="3137366" y="1548563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2" name="pl152"/>
          <p:cNvSpPr/>
          <p:nvPr/>
        </p:nvSpPr>
        <p:spPr>
          <a:xfrm>
            <a:off x="3137366" y="1408356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3" name="pl153"/>
          <p:cNvSpPr/>
          <p:nvPr/>
        </p:nvSpPr>
        <p:spPr>
          <a:xfrm>
            <a:off x="3137366" y="1268150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4" name="pl154"/>
          <p:cNvSpPr/>
          <p:nvPr/>
        </p:nvSpPr>
        <p:spPr>
          <a:xfrm>
            <a:off x="3220393" y="120407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5" name="pl155"/>
          <p:cNvSpPr/>
          <p:nvPr/>
        </p:nvSpPr>
        <p:spPr>
          <a:xfrm>
            <a:off x="3358771" y="120407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6" name="pl156"/>
          <p:cNvSpPr/>
          <p:nvPr/>
        </p:nvSpPr>
        <p:spPr>
          <a:xfrm>
            <a:off x="3497149" y="120407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7" name="pl157"/>
          <p:cNvSpPr/>
          <p:nvPr/>
        </p:nvSpPr>
        <p:spPr>
          <a:xfrm>
            <a:off x="3635525" y="120407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8" name="pl158"/>
          <p:cNvSpPr/>
          <p:nvPr/>
        </p:nvSpPr>
        <p:spPr>
          <a:xfrm>
            <a:off x="3773903" y="120407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59" name="pl159"/>
          <p:cNvSpPr/>
          <p:nvPr/>
        </p:nvSpPr>
        <p:spPr>
          <a:xfrm>
            <a:off x="3912282" y="120407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0" name="pl160"/>
          <p:cNvSpPr/>
          <p:nvPr/>
        </p:nvSpPr>
        <p:spPr>
          <a:xfrm>
            <a:off x="4050660" y="120407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1" name="pl161"/>
          <p:cNvSpPr/>
          <p:nvPr/>
        </p:nvSpPr>
        <p:spPr>
          <a:xfrm>
            <a:off x="3220393" y="1363888"/>
            <a:ext cx="0" cy="191767"/>
          </a:xfrm>
          <a:custGeom>
            <a:avLst/>
            <a:gdLst/>
            <a:ahLst/>
            <a:cxnLst/>
            <a:rect l="0" t="0" r="0" b="0"/>
            <a:pathLst>
              <a:path h="78443">
                <a:moveTo>
                  <a:pt x="0" y="78443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2" name="pl162"/>
          <p:cNvSpPr/>
          <p:nvPr/>
        </p:nvSpPr>
        <p:spPr>
          <a:xfrm>
            <a:off x="3220393" y="1828976"/>
            <a:ext cx="0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3" name="pg163"/>
          <p:cNvSpPr/>
          <p:nvPr/>
        </p:nvSpPr>
        <p:spPr>
          <a:xfrm>
            <a:off x="3168502" y="1555655"/>
            <a:ext cx="103782" cy="273321"/>
          </a:xfrm>
          <a:custGeom>
            <a:avLst/>
            <a:gdLst/>
            <a:ahLst/>
            <a:cxnLst/>
            <a:rect l="0" t="0" r="0" b="0"/>
            <a:pathLst>
              <a:path w="42858" h="111803">
                <a:moveTo>
                  <a:pt x="0" y="0"/>
                </a:moveTo>
                <a:lnTo>
                  <a:pt x="0" y="111803"/>
                </a:lnTo>
                <a:lnTo>
                  <a:pt x="42858" y="111803"/>
                </a:lnTo>
                <a:lnTo>
                  <a:pt x="42858" y="0"/>
                </a:lnTo>
                <a:close/>
              </a:path>
            </a:pathLst>
          </a:custGeom>
          <a:solidFill>
            <a:srgbClr val="F8766D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64" name="pl164"/>
          <p:cNvSpPr/>
          <p:nvPr/>
        </p:nvSpPr>
        <p:spPr>
          <a:xfrm>
            <a:off x="3168502" y="1811839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65" name="pt165"/>
          <p:cNvSpPr/>
          <p:nvPr/>
        </p:nvSpPr>
        <p:spPr>
          <a:xfrm>
            <a:off x="3298654" y="1338062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6" name="pt166"/>
          <p:cNvSpPr/>
          <p:nvPr/>
        </p:nvSpPr>
        <p:spPr>
          <a:xfrm>
            <a:off x="3298654" y="1368579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7" name="pl167"/>
          <p:cNvSpPr/>
          <p:nvPr/>
        </p:nvSpPr>
        <p:spPr>
          <a:xfrm>
            <a:off x="3358771" y="1648863"/>
            <a:ext cx="0" cy="67434"/>
          </a:xfrm>
          <a:custGeom>
            <a:avLst/>
            <a:gdLst/>
            <a:ahLst/>
            <a:cxnLst/>
            <a:rect l="0" t="0" r="0" b="0"/>
            <a:pathLst>
              <a:path h="27584">
                <a:moveTo>
                  <a:pt x="0" y="2758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8" name="pl168"/>
          <p:cNvSpPr/>
          <p:nvPr/>
        </p:nvSpPr>
        <p:spPr>
          <a:xfrm>
            <a:off x="3358771" y="1828018"/>
            <a:ext cx="0" cy="958"/>
          </a:xfrm>
          <a:custGeom>
            <a:avLst/>
            <a:gdLst/>
            <a:ahLst/>
            <a:cxnLst/>
            <a:rect l="0" t="0" r="0" b="0"/>
            <a:pathLst>
              <a:path h="392">
                <a:moveTo>
                  <a:pt x="0" y="0"/>
                </a:moveTo>
                <a:lnTo>
                  <a:pt x="0" y="392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69" name="pg169"/>
          <p:cNvSpPr/>
          <p:nvPr/>
        </p:nvSpPr>
        <p:spPr>
          <a:xfrm>
            <a:off x="3306878" y="1716299"/>
            <a:ext cx="103782" cy="111716"/>
          </a:xfrm>
          <a:custGeom>
            <a:avLst/>
            <a:gdLst/>
            <a:ahLst/>
            <a:cxnLst/>
            <a:rect l="0" t="0" r="0" b="0"/>
            <a:pathLst>
              <a:path w="42858" h="45698">
                <a:moveTo>
                  <a:pt x="0" y="0"/>
                </a:moveTo>
                <a:lnTo>
                  <a:pt x="0" y="45698"/>
                </a:lnTo>
                <a:lnTo>
                  <a:pt x="42858" y="45698"/>
                </a:lnTo>
                <a:lnTo>
                  <a:pt x="42858" y="0"/>
                </a:lnTo>
                <a:close/>
              </a:path>
            </a:pathLst>
          </a:custGeom>
          <a:solidFill>
            <a:srgbClr val="C49A00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70" name="pl170"/>
          <p:cNvSpPr/>
          <p:nvPr/>
        </p:nvSpPr>
        <p:spPr>
          <a:xfrm>
            <a:off x="3306878" y="1816083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71" name="pt171"/>
          <p:cNvSpPr/>
          <p:nvPr/>
        </p:nvSpPr>
        <p:spPr>
          <a:xfrm>
            <a:off x="3437032" y="1173135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2" name="pl172"/>
          <p:cNvSpPr/>
          <p:nvPr/>
        </p:nvSpPr>
        <p:spPr>
          <a:xfrm>
            <a:off x="3497149" y="1500780"/>
            <a:ext cx="0" cy="133753"/>
          </a:xfrm>
          <a:custGeom>
            <a:avLst/>
            <a:gdLst/>
            <a:ahLst/>
            <a:cxnLst/>
            <a:rect l="0" t="0" r="0" b="0"/>
            <a:pathLst>
              <a:path h="54712">
                <a:moveTo>
                  <a:pt x="0" y="54712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3" name="pl173"/>
          <p:cNvSpPr/>
          <p:nvPr/>
        </p:nvSpPr>
        <p:spPr>
          <a:xfrm>
            <a:off x="3497149" y="1813306"/>
            <a:ext cx="0" cy="15057"/>
          </a:xfrm>
          <a:custGeom>
            <a:avLst/>
            <a:gdLst/>
            <a:ahLst/>
            <a:cxnLst/>
            <a:rect l="0" t="0" r="0" b="0"/>
            <a:pathLst>
              <a:path h="6159">
                <a:moveTo>
                  <a:pt x="0" y="0"/>
                </a:moveTo>
                <a:lnTo>
                  <a:pt x="0" y="6159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4" name="pg174"/>
          <p:cNvSpPr/>
          <p:nvPr/>
        </p:nvSpPr>
        <p:spPr>
          <a:xfrm>
            <a:off x="3445256" y="1634532"/>
            <a:ext cx="103782" cy="178771"/>
          </a:xfrm>
          <a:custGeom>
            <a:avLst/>
            <a:gdLst/>
            <a:ahLst/>
            <a:cxnLst/>
            <a:rect l="0" t="0" r="0" b="0"/>
            <a:pathLst>
              <a:path w="42858" h="73127">
                <a:moveTo>
                  <a:pt x="0" y="0"/>
                </a:moveTo>
                <a:lnTo>
                  <a:pt x="0" y="73127"/>
                </a:lnTo>
                <a:lnTo>
                  <a:pt x="42858" y="73127"/>
                </a:lnTo>
                <a:lnTo>
                  <a:pt x="42858" y="0"/>
                </a:lnTo>
                <a:close/>
              </a:path>
            </a:pathLst>
          </a:custGeom>
          <a:solidFill>
            <a:srgbClr val="53B400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75" name="pl175"/>
          <p:cNvSpPr/>
          <p:nvPr/>
        </p:nvSpPr>
        <p:spPr>
          <a:xfrm>
            <a:off x="3445256" y="1729882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76" name="pt176"/>
          <p:cNvSpPr/>
          <p:nvPr/>
        </p:nvSpPr>
        <p:spPr>
          <a:xfrm>
            <a:off x="3575408" y="1379446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7" name="pt177"/>
          <p:cNvSpPr/>
          <p:nvPr/>
        </p:nvSpPr>
        <p:spPr>
          <a:xfrm>
            <a:off x="3575408" y="1544366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8" name="pt178"/>
          <p:cNvSpPr/>
          <p:nvPr/>
        </p:nvSpPr>
        <p:spPr>
          <a:xfrm>
            <a:off x="3575408" y="1442210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79" name="pt179"/>
          <p:cNvSpPr/>
          <p:nvPr/>
        </p:nvSpPr>
        <p:spPr>
          <a:xfrm>
            <a:off x="3575408" y="1626108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0" name="pl180"/>
          <p:cNvSpPr/>
          <p:nvPr/>
        </p:nvSpPr>
        <p:spPr>
          <a:xfrm>
            <a:off x="3635525" y="1744777"/>
            <a:ext cx="0" cy="45481"/>
          </a:xfrm>
          <a:custGeom>
            <a:avLst/>
            <a:gdLst/>
            <a:ahLst/>
            <a:cxnLst/>
            <a:rect l="0" t="0" r="0" b="0"/>
            <a:pathLst>
              <a:path h="18604">
                <a:moveTo>
                  <a:pt x="0" y="1860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1" name="pl181"/>
          <p:cNvSpPr/>
          <p:nvPr/>
        </p:nvSpPr>
        <p:spPr>
          <a:xfrm>
            <a:off x="3635525" y="1828773"/>
            <a:ext cx="0" cy="203"/>
          </a:xfrm>
          <a:custGeom>
            <a:avLst/>
            <a:gdLst/>
            <a:ahLst/>
            <a:cxnLst/>
            <a:rect l="0" t="0" r="0" b="0"/>
            <a:pathLst>
              <a:path h="83">
                <a:moveTo>
                  <a:pt x="0" y="0"/>
                </a:moveTo>
                <a:lnTo>
                  <a:pt x="0" y="83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2" name="pg182"/>
          <p:cNvSpPr/>
          <p:nvPr/>
        </p:nvSpPr>
        <p:spPr>
          <a:xfrm>
            <a:off x="3583634" y="1790258"/>
            <a:ext cx="103782" cy="38513"/>
          </a:xfrm>
          <a:custGeom>
            <a:avLst/>
            <a:gdLst/>
            <a:ahLst/>
            <a:cxnLst/>
            <a:rect l="0" t="0" r="0" b="0"/>
            <a:pathLst>
              <a:path w="42858" h="15754">
                <a:moveTo>
                  <a:pt x="0" y="0"/>
                </a:moveTo>
                <a:lnTo>
                  <a:pt x="0" y="15754"/>
                </a:lnTo>
                <a:lnTo>
                  <a:pt x="42858" y="15754"/>
                </a:lnTo>
                <a:lnTo>
                  <a:pt x="42858" y="0"/>
                </a:lnTo>
                <a:close/>
              </a:path>
            </a:pathLst>
          </a:custGeom>
          <a:solidFill>
            <a:srgbClr val="00C094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83" name="pl183"/>
          <p:cNvSpPr/>
          <p:nvPr/>
        </p:nvSpPr>
        <p:spPr>
          <a:xfrm>
            <a:off x="3583634" y="1824989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84" name="pt184"/>
          <p:cNvSpPr/>
          <p:nvPr/>
        </p:nvSpPr>
        <p:spPr>
          <a:xfrm>
            <a:off x="3713786" y="1390425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5" name="pt185"/>
          <p:cNvSpPr/>
          <p:nvPr/>
        </p:nvSpPr>
        <p:spPr>
          <a:xfrm>
            <a:off x="3713786" y="1522041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6" name="pt186"/>
          <p:cNvSpPr/>
          <p:nvPr/>
        </p:nvSpPr>
        <p:spPr>
          <a:xfrm>
            <a:off x="3713786" y="1449324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7" name="pt187"/>
          <p:cNvSpPr/>
          <p:nvPr/>
        </p:nvSpPr>
        <p:spPr>
          <a:xfrm>
            <a:off x="3713786" y="1556208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8" name="pl188"/>
          <p:cNvSpPr/>
          <p:nvPr/>
        </p:nvSpPr>
        <p:spPr>
          <a:xfrm>
            <a:off x="3773903" y="1765899"/>
            <a:ext cx="0" cy="17587"/>
          </a:xfrm>
          <a:custGeom>
            <a:avLst/>
            <a:gdLst/>
            <a:ahLst/>
            <a:cxnLst/>
            <a:rect l="0" t="0" r="0" b="0"/>
            <a:pathLst>
              <a:path h="7194">
                <a:moveTo>
                  <a:pt x="0" y="719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89" name="pl189"/>
          <p:cNvSpPr/>
          <p:nvPr/>
        </p:nvSpPr>
        <p:spPr>
          <a:xfrm>
            <a:off x="3773903" y="1828976"/>
            <a:ext cx="0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0" name="pg190"/>
          <p:cNvSpPr/>
          <p:nvPr/>
        </p:nvSpPr>
        <p:spPr>
          <a:xfrm>
            <a:off x="3722012" y="1783488"/>
            <a:ext cx="103782" cy="45488"/>
          </a:xfrm>
          <a:custGeom>
            <a:avLst/>
            <a:gdLst/>
            <a:ahLst/>
            <a:cxnLst/>
            <a:rect l="0" t="0" r="0" b="0"/>
            <a:pathLst>
              <a:path w="42858" h="18607">
                <a:moveTo>
                  <a:pt x="0" y="0"/>
                </a:moveTo>
                <a:lnTo>
                  <a:pt x="0" y="18607"/>
                </a:lnTo>
                <a:lnTo>
                  <a:pt x="42858" y="18607"/>
                </a:lnTo>
                <a:lnTo>
                  <a:pt x="42858" y="0"/>
                </a:lnTo>
                <a:close/>
              </a:path>
            </a:pathLst>
          </a:custGeom>
          <a:solidFill>
            <a:srgbClr val="00B6EB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91" name="pl191"/>
          <p:cNvSpPr/>
          <p:nvPr/>
        </p:nvSpPr>
        <p:spPr>
          <a:xfrm>
            <a:off x="3722012" y="1821496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92" name="pt192"/>
          <p:cNvSpPr/>
          <p:nvPr/>
        </p:nvSpPr>
        <p:spPr>
          <a:xfrm>
            <a:off x="3852165" y="1219623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3" name="pl193"/>
          <p:cNvSpPr/>
          <p:nvPr/>
        </p:nvSpPr>
        <p:spPr>
          <a:xfrm>
            <a:off x="3912282" y="1299735"/>
            <a:ext cx="0" cy="313382"/>
          </a:xfrm>
          <a:custGeom>
            <a:avLst/>
            <a:gdLst/>
            <a:ahLst/>
            <a:cxnLst/>
            <a:rect l="0" t="0" r="0" b="0"/>
            <a:pathLst>
              <a:path h="128190">
                <a:moveTo>
                  <a:pt x="0" y="12819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4" name="pl194"/>
          <p:cNvSpPr/>
          <p:nvPr/>
        </p:nvSpPr>
        <p:spPr>
          <a:xfrm>
            <a:off x="3912282" y="1828976"/>
            <a:ext cx="0" cy="0"/>
          </a:xfrm>
          <a:custGeom>
            <a:avLst/>
            <a:gdLst/>
            <a:ahLst/>
            <a:cxnLst/>
            <a:rect l="0" t="0" r="0" b="0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5" name="pg195"/>
          <p:cNvSpPr/>
          <p:nvPr/>
        </p:nvSpPr>
        <p:spPr>
          <a:xfrm>
            <a:off x="3860391" y="1613119"/>
            <a:ext cx="103782" cy="215857"/>
          </a:xfrm>
          <a:custGeom>
            <a:avLst/>
            <a:gdLst/>
            <a:ahLst/>
            <a:cxnLst/>
            <a:rect l="0" t="0" r="0" b="0"/>
            <a:pathLst>
              <a:path w="42858" h="88297">
                <a:moveTo>
                  <a:pt x="0" y="0"/>
                </a:moveTo>
                <a:lnTo>
                  <a:pt x="0" y="88297"/>
                </a:lnTo>
                <a:lnTo>
                  <a:pt x="42858" y="88297"/>
                </a:lnTo>
                <a:lnTo>
                  <a:pt x="42858" y="0"/>
                </a:lnTo>
                <a:close/>
              </a:path>
            </a:pathLst>
          </a:custGeom>
          <a:solidFill>
            <a:srgbClr val="A58AFF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96" name="pl196"/>
          <p:cNvSpPr/>
          <p:nvPr/>
        </p:nvSpPr>
        <p:spPr>
          <a:xfrm>
            <a:off x="3860391" y="1804928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197" name="pt197"/>
          <p:cNvSpPr/>
          <p:nvPr/>
        </p:nvSpPr>
        <p:spPr>
          <a:xfrm>
            <a:off x="3990543" y="1393840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8" name="pt198"/>
          <p:cNvSpPr/>
          <p:nvPr/>
        </p:nvSpPr>
        <p:spPr>
          <a:xfrm>
            <a:off x="3990543" y="1364008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99" name="pt199"/>
          <p:cNvSpPr/>
          <p:nvPr/>
        </p:nvSpPr>
        <p:spPr>
          <a:xfrm>
            <a:off x="3990543" y="1379001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0" name="pl200"/>
          <p:cNvSpPr/>
          <p:nvPr/>
        </p:nvSpPr>
        <p:spPr>
          <a:xfrm>
            <a:off x="4050660" y="1629863"/>
            <a:ext cx="0" cy="70795"/>
          </a:xfrm>
          <a:custGeom>
            <a:avLst/>
            <a:gdLst/>
            <a:ahLst/>
            <a:cxnLst/>
            <a:rect l="0" t="0" r="0" b="0"/>
            <a:pathLst>
              <a:path h="28959">
                <a:moveTo>
                  <a:pt x="0" y="28959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1" name="pl201"/>
          <p:cNvSpPr/>
          <p:nvPr/>
        </p:nvSpPr>
        <p:spPr>
          <a:xfrm>
            <a:off x="4050660" y="1828742"/>
            <a:ext cx="0" cy="235"/>
          </a:xfrm>
          <a:custGeom>
            <a:avLst/>
            <a:gdLst/>
            <a:ahLst/>
            <a:cxnLst/>
            <a:rect l="0" t="0" r="0" b="0"/>
            <a:pathLst>
              <a:path h="96">
                <a:moveTo>
                  <a:pt x="0" y="0"/>
                </a:moveTo>
                <a:lnTo>
                  <a:pt x="0" y="96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2" name="pg202"/>
          <p:cNvSpPr/>
          <p:nvPr/>
        </p:nvSpPr>
        <p:spPr>
          <a:xfrm>
            <a:off x="3998769" y="1700658"/>
            <a:ext cx="103782" cy="128081"/>
          </a:xfrm>
          <a:custGeom>
            <a:avLst/>
            <a:gdLst/>
            <a:ahLst/>
            <a:cxnLst/>
            <a:rect l="0" t="0" r="0" b="0"/>
            <a:pathLst>
              <a:path w="42858" h="52392">
                <a:moveTo>
                  <a:pt x="0" y="0"/>
                </a:moveTo>
                <a:lnTo>
                  <a:pt x="0" y="52392"/>
                </a:lnTo>
                <a:lnTo>
                  <a:pt x="42858" y="52392"/>
                </a:lnTo>
                <a:lnTo>
                  <a:pt x="42858" y="0"/>
                </a:lnTo>
                <a:close/>
              </a:path>
            </a:pathLst>
          </a:custGeom>
          <a:solidFill>
            <a:srgbClr val="FB61D7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03" name="pl203"/>
          <p:cNvSpPr/>
          <p:nvPr/>
        </p:nvSpPr>
        <p:spPr>
          <a:xfrm>
            <a:off x="3998769" y="1810612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04" name="pl204"/>
          <p:cNvSpPr/>
          <p:nvPr/>
        </p:nvSpPr>
        <p:spPr>
          <a:xfrm>
            <a:off x="3137366" y="3106529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5" name="pl205"/>
          <p:cNvSpPr/>
          <p:nvPr/>
        </p:nvSpPr>
        <p:spPr>
          <a:xfrm>
            <a:off x="3137366" y="2975287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6" name="pl206"/>
          <p:cNvSpPr/>
          <p:nvPr/>
        </p:nvSpPr>
        <p:spPr>
          <a:xfrm>
            <a:off x="3137366" y="2844045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7" name="pl207"/>
          <p:cNvSpPr/>
          <p:nvPr/>
        </p:nvSpPr>
        <p:spPr>
          <a:xfrm>
            <a:off x="3137366" y="2712803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8" name="pl208"/>
          <p:cNvSpPr/>
          <p:nvPr/>
        </p:nvSpPr>
        <p:spPr>
          <a:xfrm>
            <a:off x="3137366" y="2581558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09" name="pl209"/>
          <p:cNvSpPr/>
          <p:nvPr/>
        </p:nvSpPr>
        <p:spPr>
          <a:xfrm>
            <a:off x="3137366" y="3172151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0" name="pl210"/>
          <p:cNvSpPr/>
          <p:nvPr/>
        </p:nvSpPr>
        <p:spPr>
          <a:xfrm>
            <a:off x="3137366" y="3040906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1" name="pl211"/>
          <p:cNvSpPr/>
          <p:nvPr/>
        </p:nvSpPr>
        <p:spPr>
          <a:xfrm>
            <a:off x="3137366" y="2909664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2" name="pl212"/>
          <p:cNvSpPr/>
          <p:nvPr/>
        </p:nvSpPr>
        <p:spPr>
          <a:xfrm>
            <a:off x="3137366" y="2778422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3" name="pl213"/>
          <p:cNvSpPr/>
          <p:nvPr/>
        </p:nvSpPr>
        <p:spPr>
          <a:xfrm>
            <a:off x="3137366" y="2647180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4" name="pl214"/>
          <p:cNvSpPr/>
          <p:nvPr/>
        </p:nvSpPr>
        <p:spPr>
          <a:xfrm>
            <a:off x="3220393" y="2554124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5" name="pl215"/>
          <p:cNvSpPr/>
          <p:nvPr/>
        </p:nvSpPr>
        <p:spPr>
          <a:xfrm>
            <a:off x="3358771" y="2554124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6" name="pl216"/>
          <p:cNvSpPr/>
          <p:nvPr/>
        </p:nvSpPr>
        <p:spPr>
          <a:xfrm>
            <a:off x="3497149" y="2554124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7" name="pl217"/>
          <p:cNvSpPr/>
          <p:nvPr/>
        </p:nvSpPr>
        <p:spPr>
          <a:xfrm>
            <a:off x="3635525" y="2554124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8" name="pl218"/>
          <p:cNvSpPr/>
          <p:nvPr/>
        </p:nvSpPr>
        <p:spPr>
          <a:xfrm>
            <a:off x="3773903" y="2554124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19" name="pl219"/>
          <p:cNvSpPr/>
          <p:nvPr/>
        </p:nvSpPr>
        <p:spPr>
          <a:xfrm>
            <a:off x="3912282" y="2554124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0" name="pl220"/>
          <p:cNvSpPr/>
          <p:nvPr/>
        </p:nvSpPr>
        <p:spPr>
          <a:xfrm>
            <a:off x="4050660" y="2554124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1" name="pt221"/>
          <p:cNvSpPr/>
          <p:nvPr/>
        </p:nvSpPr>
        <p:spPr>
          <a:xfrm>
            <a:off x="3160276" y="2625230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2" name="pt222"/>
          <p:cNvSpPr/>
          <p:nvPr/>
        </p:nvSpPr>
        <p:spPr>
          <a:xfrm>
            <a:off x="3160276" y="2900697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3" name="pl223"/>
          <p:cNvSpPr/>
          <p:nvPr/>
        </p:nvSpPr>
        <p:spPr>
          <a:xfrm>
            <a:off x="3220393" y="2752465"/>
            <a:ext cx="0" cy="56824"/>
          </a:xfrm>
          <a:custGeom>
            <a:avLst/>
            <a:gdLst/>
            <a:ahLst/>
            <a:cxnLst/>
            <a:rect l="0" t="0" r="0" b="0"/>
            <a:pathLst>
              <a:path h="23244">
                <a:moveTo>
                  <a:pt x="0" y="2324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4" name="pl224"/>
          <p:cNvSpPr/>
          <p:nvPr/>
        </p:nvSpPr>
        <p:spPr>
          <a:xfrm>
            <a:off x="3220393" y="2862084"/>
            <a:ext cx="0" cy="70199"/>
          </a:xfrm>
          <a:custGeom>
            <a:avLst/>
            <a:gdLst/>
            <a:ahLst/>
            <a:cxnLst/>
            <a:rect l="0" t="0" r="0" b="0"/>
            <a:pathLst>
              <a:path h="28715">
                <a:moveTo>
                  <a:pt x="0" y="0"/>
                </a:moveTo>
                <a:lnTo>
                  <a:pt x="0" y="28715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5" name="pg225"/>
          <p:cNvSpPr/>
          <p:nvPr/>
        </p:nvSpPr>
        <p:spPr>
          <a:xfrm>
            <a:off x="3168502" y="2809289"/>
            <a:ext cx="103782" cy="52793"/>
          </a:xfrm>
          <a:custGeom>
            <a:avLst/>
            <a:gdLst/>
            <a:ahLst/>
            <a:cxnLst/>
            <a:rect l="0" t="0" r="0" b="0"/>
            <a:pathLst>
              <a:path w="42858" h="21595">
                <a:moveTo>
                  <a:pt x="0" y="0"/>
                </a:moveTo>
                <a:lnTo>
                  <a:pt x="0" y="21595"/>
                </a:lnTo>
                <a:lnTo>
                  <a:pt x="42858" y="21595"/>
                </a:lnTo>
                <a:lnTo>
                  <a:pt x="42858" y="0"/>
                </a:lnTo>
                <a:close/>
              </a:path>
            </a:pathLst>
          </a:custGeom>
          <a:solidFill>
            <a:srgbClr val="F8766D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26" name="pl226"/>
          <p:cNvSpPr/>
          <p:nvPr/>
        </p:nvSpPr>
        <p:spPr>
          <a:xfrm>
            <a:off x="3168502" y="2830450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27" name="pl227"/>
          <p:cNvSpPr/>
          <p:nvPr/>
        </p:nvSpPr>
        <p:spPr>
          <a:xfrm>
            <a:off x="3358771" y="2719494"/>
            <a:ext cx="0" cy="107913"/>
          </a:xfrm>
          <a:custGeom>
            <a:avLst/>
            <a:gdLst/>
            <a:ahLst/>
            <a:cxnLst/>
            <a:rect l="0" t="0" r="0" b="0"/>
            <a:pathLst>
              <a:path h="44142">
                <a:moveTo>
                  <a:pt x="0" y="44142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8" name="pl228"/>
          <p:cNvSpPr/>
          <p:nvPr/>
        </p:nvSpPr>
        <p:spPr>
          <a:xfrm>
            <a:off x="3358771" y="2899609"/>
            <a:ext cx="0" cy="60163"/>
          </a:xfrm>
          <a:custGeom>
            <a:avLst/>
            <a:gdLst/>
            <a:ahLst/>
            <a:cxnLst/>
            <a:rect l="0" t="0" r="0" b="0"/>
            <a:pathLst>
              <a:path h="24610">
                <a:moveTo>
                  <a:pt x="0" y="0"/>
                </a:moveTo>
                <a:lnTo>
                  <a:pt x="0" y="2461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29" name="pg229"/>
          <p:cNvSpPr/>
          <p:nvPr/>
        </p:nvSpPr>
        <p:spPr>
          <a:xfrm>
            <a:off x="3306878" y="2827409"/>
            <a:ext cx="103782" cy="72198"/>
          </a:xfrm>
          <a:custGeom>
            <a:avLst/>
            <a:gdLst/>
            <a:ahLst/>
            <a:cxnLst/>
            <a:rect l="0" t="0" r="0" b="0"/>
            <a:pathLst>
              <a:path w="42858" h="29533">
                <a:moveTo>
                  <a:pt x="0" y="0"/>
                </a:moveTo>
                <a:lnTo>
                  <a:pt x="0" y="29533"/>
                </a:lnTo>
                <a:lnTo>
                  <a:pt x="42858" y="29533"/>
                </a:lnTo>
                <a:lnTo>
                  <a:pt x="42858" y="0"/>
                </a:lnTo>
                <a:close/>
              </a:path>
            </a:pathLst>
          </a:custGeom>
          <a:solidFill>
            <a:srgbClr val="C49A00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30" name="pl230"/>
          <p:cNvSpPr/>
          <p:nvPr/>
        </p:nvSpPr>
        <p:spPr>
          <a:xfrm>
            <a:off x="3306878" y="2860255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31" name="pt231"/>
          <p:cNvSpPr/>
          <p:nvPr/>
        </p:nvSpPr>
        <p:spPr>
          <a:xfrm>
            <a:off x="3437032" y="2540576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2" name="pl232"/>
          <p:cNvSpPr/>
          <p:nvPr/>
        </p:nvSpPr>
        <p:spPr>
          <a:xfrm>
            <a:off x="3497149" y="2767922"/>
            <a:ext cx="0" cy="11204"/>
          </a:xfrm>
          <a:custGeom>
            <a:avLst/>
            <a:gdLst/>
            <a:ahLst/>
            <a:cxnLst/>
            <a:rect l="0" t="0" r="0" b="0"/>
            <a:pathLst>
              <a:path h="4583">
                <a:moveTo>
                  <a:pt x="0" y="4583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3" name="pl233"/>
          <p:cNvSpPr/>
          <p:nvPr/>
        </p:nvSpPr>
        <p:spPr>
          <a:xfrm>
            <a:off x="3497149" y="2891153"/>
            <a:ext cx="0" cy="29554"/>
          </a:xfrm>
          <a:custGeom>
            <a:avLst/>
            <a:gdLst/>
            <a:ahLst/>
            <a:cxnLst/>
            <a:rect l="0" t="0" r="0" b="0"/>
            <a:pathLst>
              <a:path h="12089">
                <a:moveTo>
                  <a:pt x="0" y="0"/>
                </a:moveTo>
                <a:lnTo>
                  <a:pt x="0" y="12089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4" name="pg234"/>
          <p:cNvSpPr/>
          <p:nvPr/>
        </p:nvSpPr>
        <p:spPr>
          <a:xfrm>
            <a:off x="3445256" y="2779129"/>
            <a:ext cx="103782" cy="112025"/>
          </a:xfrm>
          <a:custGeom>
            <a:avLst/>
            <a:gdLst/>
            <a:ahLst/>
            <a:cxnLst/>
            <a:rect l="0" t="0" r="0" b="0"/>
            <a:pathLst>
              <a:path w="42858" h="45824">
                <a:moveTo>
                  <a:pt x="0" y="0"/>
                </a:moveTo>
                <a:lnTo>
                  <a:pt x="0" y="45824"/>
                </a:lnTo>
                <a:lnTo>
                  <a:pt x="42858" y="45824"/>
                </a:lnTo>
                <a:lnTo>
                  <a:pt x="42858" y="0"/>
                </a:lnTo>
                <a:close/>
              </a:path>
            </a:pathLst>
          </a:custGeom>
          <a:solidFill>
            <a:srgbClr val="53B400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35" name="pl235"/>
          <p:cNvSpPr/>
          <p:nvPr/>
        </p:nvSpPr>
        <p:spPr>
          <a:xfrm>
            <a:off x="3445256" y="2814589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36" name="pt236"/>
          <p:cNvSpPr/>
          <p:nvPr/>
        </p:nvSpPr>
        <p:spPr>
          <a:xfrm>
            <a:off x="3575408" y="2583983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7" name="pl237"/>
          <p:cNvSpPr/>
          <p:nvPr/>
        </p:nvSpPr>
        <p:spPr>
          <a:xfrm>
            <a:off x="3635525" y="2755017"/>
            <a:ext cx="0" cy="81987"/>
          </a:xfrm>
          <a:custGeom>
            <a:avLst/>
            <a:gdLst/>
            <a:ahLst/>
            <a:cxnLst/>
            <a:rect l="0" t="0" r="0" b="0"/>
            <a:pathLst>
              <a:path h="33537">
                <a:moveTo>
                  <a:pt x="0" y="3353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8" name="pl238"/>
          <p:cNvSpPr/>
          <p:nvPr/>
        </p:nvSpPr>
        <p:spPr>
          <a:xfrm>
            <a:off x="3635525" y="2902670"/>
            <a:ext cx="0" cy="76804"/>
          </a:xfrm>
          <a:custGeom>
            <a:avLst/>
            <a:gdLst/>
            <a:ahLst/>
            <a:cxnLst/>
            <a:rect l="0" t="0" r="0" b="0"/>
            <a:pathLst>
              <a:path h="31417">
                <a:moveTo>
                  <a:pt x="0" y="0"/>
                </a:moveTo>
                <a:lnTo>
                  <a:pt x="0" y="31417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39" name="pg239"/>
          <p:cNvSpPr/>
          <p:nvPr/>
        </p:nvSpPr>
        <p:spPr>
          <a:xfrm>
            <a:off x="3583634" y="2837004"/>
            <a:ext cx="103782" cy="65664"/>
          </a:xfrm>
          <a:custGeom>
            <a:avLst/>
            <a:gdLst/>
            <a:ahLst/>
            <a:cxnLst/>
            <a:rect l="0" t="0" r="0" b="0"/>
            <a:pathLst>
              <a:path w="42858" h="26860">
                <a:moveTo>
                  <a:pt x="0" y="0"/>
                </a:moveTo>
                <a:lnTo>
                  <a:pt x="0" y="26860"/>
                </a:lnTo>
                <a:lnTo>
                  <a:pt x="42858" y="26860"/>
                </a:lnTo>
                <a:lnTo>
                  <a:pt x="42858" y="0"/>
                </a:lnTo>
                <a:close/>
              </a:path>
            </a:pathLst>
          </a:custGeom>
          <a:solidFill>
            <a:srgbClr val="00C094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40" name="pl240"/>
          <p:cNvSpPr/>
          <p:nvPr/>
        </p:nvSpPr>
        <p:spPr>
          <a:xfrm>
            <a:off x="3583634" y="2874187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41" name="pl241"/>
          <p:cNvSpPr/>
          <p:nvPr/>
        </p:nvSpPr>
        <p:spPr>
          <a:xfrm>
            <a:off x="3773903" y="2656262"/>
            <a:ext cx="0" cy="179074"/>
          </a:xfrm>
          <a:custGeom>
            <a:avLst/>
            <a:gdLst/>
            <a:ahLst/>
            <a:cxnLst/>
            <a:rect l="0" t="0" r="0" b="0"/>
            <a:pathLst>
              <a:path h="73251">
                <a:moveTo>
                  <a:pt x="0" y="73251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2" name="pl242"/>
          <p:cNvSpPr/>
          <p:nvPr/>
        </p:nvSpPr>
        <p:spPr>
          <a:xfrm>
            <a:off x="3773903" y="2962037"/>
            <a:ext cx="0" cy="44994"/>
          </a:xfrm>
          <a:custGeom>
            <a:avLst/>
            <a:gdLst/>
            <a:ahLst/>
            <a:cxnLst/>
            <a:rect l="0" t="0" r="0" b="0"/>
            <a:pathLst>
              <a:path h="18405">
                <a:moveTo>
                  <a:pt x="0" y="0"/>
                </a:moveTo>
                <a:lnTo>
                  <a:pt x="0" y="18405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3" name="pg243"/>
          <p:cNvSpPr/>
          <p:nvPr/>
        </p:nvSpPr>
        <p:spPr>
          <a:xfrm>
            <a:off x="3722012" y="2835339"/>
            <a:ext cx="103782" cy="126697"/>
          </a:xfrm>
          <a:custGeom>
            <a:avLst/>
            <a:gdLst/>
            <a:ahLst/>
            <a:cxnLst/>
            <a:rect l="0" t="0" r="0" b="0"/>
            <a:pathLst>
              <a:path w="42858" h="51826">
                <a:moveTo>
                  <a:pt x="0" y="0"/>
                </a:moveTo>
                <a:lnTo>
                  <a:pt x="0" y="51826"/>
                </a:lnTo>
                <a:lnTo>
                  <a:pt x="42858" y="51826"/>
                </a:lnTo>
                <a:lnTo>
                  <a:pt x="42858" y="0"/>
                </a:lnTo>
                <a:close/>
              </a:path>
            </a:pathLst>
          </a:custGeom>
          <a:solidFill>
            <a:srgbClr val="00B6EB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44" name="pl244"/>
          <p:cNvSpPr/>
          <p:nvPr/>
        </p:nvSpPr>
        <p:spPr>
          <a:xfrm>
            <a:off x="3722012" y="2896757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45" name="pt245"/>
          <p:cNvSpPr/>
          <p:nvPr/>
        </p:nvSpPr>
        <p:spPr>
          <a:xfrm>
            <a:off x="3852165" y="2553838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6" name="pl246"/>
          <p:cNvSpPr/>
          <p:nvPr/>
        </p:nvSpPr>
        <p:spPr>
          <a:xfrm>
            <a:off x="3912282" y="2781640"/>
            <a:ext cx="0" cy="121148"/>
          </a:xfrm>
          <a:custGeom>
            <a:avLst/>
            <a:gdLst/>
            <a:ahLst/>
            <a:cxnLst/>
            <a:rect l="0" t="0" r="0" b="0"/>
            <a:pathLst>
              <a:path h="49556">
                <a:moveTo>
                  <a:pt x="0" y="49556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7" name="pl247"/>
          <p:cNvSpPr/>
          <p:nvPr/>
        </p:nvSpPr>
        <p:spPr>
          <a:xfrm>
            <a:off x="3912282" y="3022684"/>
            <a:ext cx="0" cy="156346"/>
          </a:xfrm>
          <a:custGeom>
            <a:avLst/>
            <a:gdLst/>
            <a:ahLst/>
            <a:cxnLst/>
            <a:rect l="0" t="0" r="0" b="0"/>
            <a:pathLst>
              <a:path h="63954">
                <a:moveTo>
                  <a:pt x="0" y="0"/>
                </a:moveTo>
                <a:lnTo>
                  <a:pt x="0" y="63954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48" name="pg248"/>
          <p:cNvSpPr/>
          <p:nvPr/>
        </p:nvSpPr>
        <p:spPr>
          <a:xfrm>
            <a:off x="3860391" y="2902790"/>
            <a:ext cx="103782" cy="119894"/>
          </a:xfrm>
          <a:custGeom>
            <a:avLst/>
            <a:gdLst/>
            <a:ahLst/>
            <a:cxnLst/>
            <a:rect l="0" t="0" r="0" b="0"/>
            <a:pathLst>
              <a:path w="42858" h="49043">
                <a:moveTo>
                  <a:pt x="0" y="0"/>
                </a:moveTo>
                <a:lnTo>
                  <a:pt x="0" y="49043"/>
                </a:lnTo>
                <a:lnTo>
                  <a:pt x="42858" y="49043"/>
                </a:lnTo>
                <a:lnTo>
                  <a:pt x="42858" y="0"/>
                </a:lnTo>
                <a:close/>
              </a:path>
            </a:pathLst>
          </a:custGeom>
          <a:solidFill>
            <a:srgbClr val="A58AFF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49" name="pl249"/>
          <p:cNvSpPr/>
          <p:nvPr/>
        </p:nvSpPr>
        <p:spPr>
          <a:xfrm>
            <a:off x="3860391" y="2946452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50" name="pt250"/>
          <p:cNvSpPr/>
          <p:nvPr/>
        </p:nvSpPr>
        <p:spPr>
          <a:xfrm>
            <a:off x="3990543" y="2523192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1" name="pl251"/>
          <p:cNvSpPr/>
          <p:nvPr/>
        </p:nvSpPr>
        <p:spPr>
          <a:xfrm>
            <a:off x="4050660" y="2799525"/>
            <a:ext cx="0" cy="90485"/>
          </a:xfrm>
          <a:custGeom>
            <a:avLst/>
            <a:gdLst/>
            <a:ahLst/>
            <a:cxnLst/>
            <a:rect l="0" t="0" r="0" b="0"/>
            <a:pathLst>
              <a:path h="37013">
                <a:moveTo>
                  <a:pt x="0" y="37013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2" name="pl252"/>
          <p:cNvSpPr/>
          <p:nvPr/>
        </p:nvSpPr>
        <p:spPr>
          <a:xfrm>
            <a:off x="4050660" y="3047424"/>
            <a:ext cx="0" cy="103282"/>
          </a:xfrm>
          <a:custGeom>
            <a:avLst/>
            <a:gdLst/>
            <a:ahLst/>
            <a:cxnLst/>
            <a:rect l="0" t="0" r="0" b="0"/>
            <a:pathLst>
              <a:path h="42248">
                <a:moveTo>
                  <a:pt x="0" y="0"/>
                </a:moveTo>
                <a:lnTo>
                  <a:pt x="0" y="42248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3" name="pg253"/>
          <p:cNvSpPr/>
          <p:nvPr/>
        </p:nvSpPr>
        <p:spPr>
          <a:xfrm>
            <a:off x="3998769" y="2890009"/>
            <a:ext cx="103782" cy="157415"/>
          </a:xfrm>
          <a:custGeom>
            <a:avLst/>
            <a:gdLst/>
            <a:ahLst/>
            <a:cxnLst/>
            <a:rect l="0" t="0" r="0" b="0"/>
            <a:pathLst>
              <a:path w="42858" h="64391">
                <a:moveTo>
                  <a:pt x="0" y="0"/>
                </a:moveTo>
                <a:lnTo>
                  <a:pt x="0" y="64391"/>
                </a:lnTo>
                <a:lnTo>
                  <a:pt x="42858" y="64391"/>
                </a:lnTo>
                <a:lnTo>
                  <a:pt x="42858" y="0"/>
                </a:lnTo>
                <a:close/>
              </a:path>
            </a:pathLst>
          </a:custGeom>
          <a:solidFill>
            <a:srgbClr val="FB61D7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54" name="pl254"/>
          <p:cNvSpPr/>
          <p:nvPr/>
        </p:nvSpPr>
        <p:spPr>
          <a:xfrm>
            <a:off x="3998769" y="2966882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55" name="pl255"/>
          <p:cNvSpPr/>
          <p:nvPr/>
        </p:nvSpPr>
        <p:spPr>
          <a:xfrm>
            <a:off x="3137366" y="4477125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6" name="pl256"/>
          <p:cNvSpPr/>
          <p:nvPr/>
        </p:nvSpPr>
        <p:spPr>
          <a:xfrm>
            <a:off x="3137366" y="4301569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7" name="pl257"/>
          <p:cNvSpPr/>
          <p:nvPr/>
        </p:nvSpPr>
        <p:spPr>
          <a:xfrm>
            <a:off x="3137366" y="4126015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8" name="pl258"/>
          <p:cNvSpPr/>
          <p:nvPr/>
        </p:nvSpPr>
        <p:spPr>
          <a:xfrm>
            <a:off x="3137366" y="3950458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59" name="pl259"/>
          <p:cNvSpPr/>
          <p:nvPr/>
        </p:nvSpPr>
        <p:spPr>
          <a:xfrm>
            <a:off x="3137366" y="4389347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0" name="pl260"/>
          <p:cNvSpPr/>
          <p:nvPr/>
        </p:nvSpPr>
        <p:spPr>
          <a:xfrm>
            <a:off x="3137366" y="4213790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1" name="pl261"/>
          <p:cNvSpPr/>
          <p:nvPr/>
        </p:nvSpPr>
        <p:spPr>
          <a:xfrm>
            <a:off x="3137366" y="4038236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2" name="pl262"/>
          <p:cNvSpPr/>
          <p:nvPr/>
        </p:nvSpPr>
        <p:spPr>
          <a:xfrm>
            <a:off x="3220393" y="390418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3" name="pl263"/>
          <p:cNvSpPr/>
          <p:nvPr/>
        </p:nvSpPr>
        <p:spPr>
          <a:xfrm>
            <a:off x="3358771" y="390418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4" name="pl264"/>
          <p:cNvSpPr/>
          <p:nvPr/>
        </p:nvSpPr>
        <p:spPr>
          <a:xfrm>
            <a:off x="3497149" y="390418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5" name="pl265"/>
          <p:cNvSpPr/>
          <p:nvPr/>
        </p:nvSpPr>
        <p:spPr>
          <a:xfrm>
            <a:off x="3635525" y="390418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6" name="pl266"/>
          <p:cNvSpPr/>
          <p:nvPr/>
        </p:nvSpPr>
        <p:spPr>
          <a:xfrm>
            <a:off x="3773903" y="390418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7" name="pl267"/>
          <p:cNvSpPr/>
          <p:nvPr/>
        </p:nvSpPr>
        <p:spPr>
          <a:xfrm>
            <a:off x="3912282" y="390418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8" name="pl268"/>
          <p:cNvSpPr/>
          <p:nvPr/>
        </p:nvSpPr>
        <p:spPr>
          <a:xfrm>
            <a:off x="4050660" y="390418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69" name="pl269"/>
          <p:cNvSpPr/>
          <p:nvPr/>
        </p:nvSpPr>
        <p:spPr>
          <a:xfrm>
            <a:off x="3220393" y="3933937"/>
            <a:ext cx="0" cy="79403"/>
          </a:xfrm>
          <a:custGeom>
            <a:avLst/>
            <a:gdLst/>
            <a:ahLst/>
            <a:cxnLst/>
            <a:rect l="0" t="0" r="0" b="0"/>
            <a:pathLst>
              <a:path h="32480">
                <a:moveTo>
                  <a:pt x="0" y="3248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0" name="pl270"/>
          <p:cNvSpPr/>
          <p:nvPr/>
        </p:nvSpPr>
        <p:spPr>
          <a:xfrm>
            <a:off x="3220393" y="4092953"/>
            <a:ext cx="0" cy="47038"/>
          </a:xfrm>
          <a:custGeom>
            <a:avLst/>
            <a:gdLst/>
            <a:ahLst/>
            <a:cxnLst/>
            <a:rect l="0" t="0" r="0" b="0"/>
            <a:pathLst>
              <a:path h="19241">
                <a:moveTo>
                  <a:pt x="0" y="0"/>
                </a:moveTo>
                <a:lnTo>
                  <a:pt x="0" y="19241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1" name="pg271"/>
          <p:cNvSpPr/>
          <p:nvPr/>
        </p:nvSpPr>
        <p:spPr>
          <a:xfrm>
            <a:off x="3168502" y="4013342"/>
            <a:ext cx="103782" cy="79608"/>
          </a:xfrm>
          <a:custGeom>
            <a:avLst/>
            <a:gdLst/>
            <a:ahLst/>
            <a:cxnLst/>
            <a:rect l="0" t="0" r="0" b="0"/>
            <a:pathLst>
              <a:path w="42858" h="32564">
                <a:moveTo>
                  <a:pt x="0" y="0"/>
                </a:moveTo>
                <a:lnTo>
                  <a:pt x="0" y="32564"/>
                </a:lnTo>
                <a:lnTo>
                  <a:pt x="42858" y="32564"/>
                </a:lnTo>
                <a:lnTo>
                  <a:pt x="42858" y="0"/>
                </a:lnTo>
                <a:close/>
              </a:path>
            </a:pathLst>
          </a:custGeom>
          <a:solidFill>
            <a:srgbClr val="F8766D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72" name="pl272"/>
          <p:cNvSpPr/>
          <p:nvPr/>
        </p:nvSpPr>
        <p:spPr>
          <a:xfrm>
            <a:off x="3168502" y="4046731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73" name="pl273"/>
          <p:cNvSpPr/>
          <p:nvPr/>
        </p:nvSpPr>
        <p:spPr>
          <a:xfrm>
            <a:off x="3358771" y="3949822"/>
            <a:ext cx="0" cy="67847"/>
          </a:xfrm>
          <a:custGeom>
            <a:avLst/>
            <a:gdLst/>
            <a:ahLst/>
            <a:cxnLst/>
            <a:rect l="0" t="0" r="0" b="0"/>
            <a:pathLst>
              <a:path h="27753">
                <a:moveTo>
                  <a:pt x="0" y="27753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4" name="pl274"/>
          <p:cNvSpPr/>
          <p:nvPr/>
        </p:nvSpPr>
        <p:spPr>
          <a:xfrm>
            <a:off x="3358771" y="4092547"/>
            <a:ext cx="0" cy="59144"/>
          </a:xfrm>
          <a:custGeom>
            <a:avLst/>
            <a:gdLst/>
            <a:ahLst/>
            <a:cxnLst/>
            <a:rect l="0" t="0" r="0" b="0"/>
            <a:pathLst>
              <a:path h="24193">
                <a:moveTo>
                  <a:pt x="0" y="0"/>
                </a:moveTo>
                <a:lnTo>
                  <a:pt x="0" y="24193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5" name="pg275"/>
          <p:cNvSpPr/>
          <p:nvPr/>
        </p:nvSpPr>
        <p:spPr>
          <a:xfrm>
            <a:off x="3306878" y="4017672"/>
            <a:ext cx="103782" cy="74873"/>
          </a:xfrm>
          <a:custGeom>
            <a:avLst/>
            <a:gdLst/>
            <a:ahLst/>
            <a:cxnLst/>
            <a:rect l="0" t="0" r="0" b="0"/>
            <a:pathLst>
              <a:path w="42858" h="30627">
                <a:moveTo>
                  <a:pt x="0" y="0"/>
                </a:moveTo>
                <a:lnTo>
                  <a:pt x="0" y="30627"/>
                </a:lnTo>
                <a:lnTo>
                  <a:pt x="42858" y="30627"/>
                </a:lnTo>
                <a:lnTo>
                  <a:pt x="42858" y="0"/>
                </a:lnTo>
                <a:close/>
              </a:path>
            </a:pathLst>
          </a:custGeom>
          <a:solidFill>
            <a:srgbClr val="C49A00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76" name="pl276"/>
          <p:cNvSpPr/>
          <p:nvPr/>
        </p:nvSpPr>
        <p:spPr>
          <a:xfrm>
            <a:off x="3306878" y="4061502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77" name="pl277"/>
          <p:cNvSpPr/>
          <p:nvPr/>
        </p:nvSpPr>
        <p:spPr>
          <a:xfrm>
            <a:off x="3497149" y="4167848"/>
            <a:ext cx="0" cy="29397"/>
          </a:xfrm>
          <a:custGeom>
            <a:avLst/>
            <a:gdLst/>
            <a:ahLst/>
            <a:cxnLst/>
            <a:rect l="0" t="0" r="0" b="0"/>
            <a:pathLst>
              <a:path h="12025">
                <a:moveTo>
                  <a:pt x="0" y="12025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8" name="pl278"/>
          <p:cNvSpPr/>
          <p:nvPr/>
        </p:nvSpPr>
        <p:spPr>
          <a:xfrm>
            <a:off x="3497149" y="4289377"/>
            <a:ext cx="0" cy="31069"/>
          </a:xfrm>
          <a:custGeom>
            <a:avLst/>
            <a:gdLst/>
            <a:ahLst/>
            <a:cxnLst/>
            <a:rect l="0" t="0" r="0" b="0"/>
            <a:pathLst>
              <a:path h="12709">
                <a:moveTo>
                  <a:pt x="0" y="0"/>
                </a:moveTo>
                <a:lnTo>
                  <a:pt x="0" y="12709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79" name="pg279"/>
          <p:cNvSpPr/>
          <p:nvPr/>
        </p:nvSpPr>
        <p:spPr>
          <a:xfrm>
            <a:off x="3445256" y="4197247"/>
            <a:ext cx="103782" cy="92130"/>
          </a:xfrm>
          <a:custGeom>
            <a:avLst/>
            <a:gdLst/>
            <a:ahLst/>
            <a:cxnLst/>
            <a:rect l="0" t="0" r="0" b="0"/>
            <a:pathLst>
              <a:path w="42858" h="37686">
                <a:moveTo>
                  <a:pt x="0" y="0"/>
                </a:moveTo>
                <a:lnTo>
                  <a:pt x="0" y="37686"/>
                </a:lnTo>
                <a:lnTo>
                  <a:pt x="42858" y="37686"/>
                </a:lnTo>
                <a:lnTo>
                  <a:pt x="42858" y="0"/>
                </a:lnTo>
                <a:close/>
              </a:path>
            </a:pathLst>
          </a:custGeom>
          <a:solidFill>
            <a:srgbClr val="53B400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80" name="pl280"/>
          <p:cNvSpPr/>
          <p:nvPr/>
        </p:nvSpPr>
        <p:spPr>
          <a:xfrm>
            <a:off x="3445256" y="4242767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81" name="pl281"/>
          <p:cNvSpPr/>
          <p:nvPr/>
        </p:nvSpPr>
        <p:spPr>
          <a:xfrm>
            <a:off x="3635525" y="4349100"/>
            <a:ext cx="0" cy="69086"/>
          </a:xfrm>
          <a:custGeom>
            <a:avLst/>
            <a:gdLst/>
            <a:ahLst/>
            <a:cxnLst/>
            <a:rect l="0" t="0" r="0" b="0"/>
            <a:pathLst>
              <a:path h="28260">
                <a:moveTo>
                  <a:pt x="0" y="2826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2" name="pl282"/>
          <p:cNvSpPr/>
          <p:nvPr/>
        </p:nvSpPr>
        <p:spPr>
          <a:xfrm>
            <a:off x="3635525" y="4464877"/>
            <a:ext cx="0" cy="43576"/>
          </a:xfrm>
          <a:custGeom>
            <a:avLst/>
            <a:gdLst/>
            <a:ahLst/>
            <a:cxnLst/>
            <a:rect l="0" t="0" r="0" b="0"/>
            <a:pathLst>
              <a:path h="17825">
                <a:moveTo>
                  <a:pt x="0" y="0"/>
                </a:moveTo>
                <a:lnTo>
                  <a:pt x="0" y="17825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3" name="pg283"/>
          <p:cNvSpPr/>
          <p:nvPr/>
        </p:nvSpPr>
        <p:spPr>
          <a:xfrm>
            <a:off x="3583634" y="4418187"/>
            <a:ext cx="103782" cy="46688"/>
          </a:xfrm>
          <a:custGeom>
            <a:avLst/>
            <a:gdLst/>
            <a:ahLst/>
            <a:cxnLst/>
            <a:rect l="0" t="0" r="0" b="0"/>
            <a:pathLst>
              <a:path w="42858" h="19098">
                <a:moveTo>
                  <a:pt x="0" y="0"/>
                </a:moveTo>
                <a:lnTo>
                  <a:pt x="0" y="19098"/>
                </a:lnTo>
                <a:lnTo>
                  <a:pt x="42858" y="19098"/>
                </a:lnTo>
                <a:lnTo>
                  <a:pt x="42858" y="0"/>
                </a:lnTo>
                <a:close/>
              </a:path>
            </a:pathLst>
          </a:custGeom>
          <a:solidFill>
            <a:srgbClr val="00C094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84" name="pl284"/>
          <p:cNvSpPr/>
          <p:nvPr/>
        </p:nvSpPr>
        <p:spPr>
          <a:xfrm>
            <a:off x="3583634" y="4439208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85" name="pl285"/>
          <p:cNvSpPr/>
          <p:nvPr/>
        </p:nvSpPr>
        <p:spPr>
          <a:xfrm>
            <a:off x="3773903" y="4362172"/>
            <a:ext cx="0" cy="56951"/>
          </a:xfrm>
          <a:custGeom>
            <a:avLst/>
            <a:gdLst/>
            <a:ahLst/>
            <a:cxnLst/>
            <a:rect l="0" t="0" r="0" b="0"/>
            <a:pathLst>
              <a:path h="23296">
                <a:moveTo>
                  <a:pt x="0" y="23296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6" name="pl286"/>
          <p:cNvSpPr/>
          <p:nvPr/>
        </p:nvSpPr>
        <p:spPr>
          <a:xfrm>
            <a:off x="3773903" y="4470957"/>
            <a:ext cx="0" cy="58127"/>
          </a:xfrm>
          <a:custGeom>
            <a:avLst/>
            <a:gdLst/>
            <a:ahLst/>
            <a:cxnLst/>
            <a:rect l="0" t="0" r="0" b="0"/>
            <a:pathLst>
              <a:path h="23777">
                <a:moveTo>
                  <a:pt x="0" y="0"/>
                </a:moveTo>
                <a:lnTo>
                  <a:pt x="0" y="23777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87" name="pg287"/>
          <p:cNvSpPr/>
          <p:nvPr/>
        </p:nvSpPr>
        <p:spPr>
          <a:xfrm>
            <a:off x="3722012" y="4419125"/>
            <a:ext cx="103782" cy="51832"/>
          </a:xfrm>
          <a:custGeom>
            <a:avLst/>
            <a:gdLst/>
            <a:ahLst/>
            <a:cxnLst/>
            <a:rect l="0" t="0" r="0" b="0"/>
            <a:pathLst>
              <a:path w="42858" h="21202">
                <a:moveTo>
                  <a:pt x="0" y="0"/>
                </a:moveTo>
                <a:lnTo>
                  <a:pt x="0" y="21202"/>
                </a:lnTo>
                <a:lnTo>
                  <a:pt x="42858" y="21202"/>
                </a:lnTo>
                <a:lnTo>
                  <a:pt x="42858" y="0"/>
                </a:lnTo>
                <a:close/>
              </a:path>
            </a:pathLst>
          </a:custGeom>
          <a:solidFill>
            <a:srgbClr val="00B6EB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88" name="pl288"/>
          <p:cNvSpPr/>
          <p:nvPr/>
        </p:nvSpPr>
        <p:spPr>
          <a:xfrm>
            <a:off x="3722012" y="4438113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89" name="pt289"/>
          <p:cNvSpPr/>
          <p:nvPr/>
        </p:nvSpPr>
        <p:spPr>
          <a:xfrm>
            <a:off x="3852165" y="4026006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0" name="pt290"/>
          <p:cNvSpPr/>
          <p:nvPr/>
        </p:nvSpPr>
        <p:spPr>
          <a:xfrm>
            <a:off x="3852165" y="4034669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1" name="pt291"/>
          <p:cNvSpPr/>
          <p:nvPr/>
        </p:nvSpPr>
        <p:spPr>
          <a:xfrm>
            <a:off x="3852165" y="4197719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2" name="pt292"/>
          <p:cNvSpPr/>
          <p:nvPr/>
        </p:nvSpPr>
        <p:spPr>
          <a:xfrm>
            <a:off x="3852165" y="4208730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3" name="pt293"/>
          <p:cNvSpPr/>
          <p:nvPr/>
        </p:nvSpPr>
        <p:spPr>
          <a:xfrm>
            <a:off x="3852165" y="4012814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4" name="pt294"/>
          <p:cNvSpPr/>
          <p:nvPr/>
        </p:nvSpPr>
        <p:spPr>
          <a:xfrm>
            <a:off x="3852165" y="4033557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5" name="pl295"/>
          <p:cNvSpPr/>
          <p:nvPr/>
        </p:nvSpPr>
        <p:spPr>
          <a:xfrm>
            <a:off x="3912282" y="4115630"/>
            <a:ext cx="0" cy="45820"/>
          </a:xfrm>
          <a:custGeom>
            <a:avLst/>
            <a:gdLst/>
            <a:ahLst/>
            <a:cxnLst/>
            <a:rect l="0" t="0" r="0" b="0"/>
            <a:pathLst>
              <a:path h="18743">
                <a:moveTo>
                  <a:pt x="0" y="18743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6" name="pl296"/>
          <p:cNvSpPr/>
          <p:nvPr/>
        </p:nvSpPr>
        <p:spPr>
          <a:xfrm>
            <a:off x="3912282" y="4198034"/>
            <a:ext cx="0" cy="39151"/>
          </a:xfrm>
          <a:custGeom>
            <a:avLst/>
            <a:gdLst/>
            <a:ahLst/>
            <a:cxnLst/>
            <a:rect l="0" t="0" r="0" b="0"/>
            <a:pathLst>
              <a:path h="16015">
                <a:moveTo>
                  <a:pt x="0" y="0"/>
                </a:moveTo>
                <a:lnTo>
                  <a:pt x="0" y="16015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297" name="pg297"/>
          <p:cNvSpPr/>
          <p:nvPr/>
        </p:nvSpPr>
        <p:spPr>
          <a:xfrm>
            <a:off x="3860391" y="4161452"/>
            <a:ext cx="103782" cy="36582"/>
          </a:xfrm>
          <a:custGeom>
            <a:avLst/>
            <a:gdLst/>
            <a:ahLst/>
            <a:cxnLst/>
            <a:rect l="0" t="0" r="0" b="0"/>
            <a:pathLst>
              <a:path w="42858" h="14964">
                <a:moveTo>
                  <a:pt x="0" y="0"/>
                </a:moveTo>
                <a:lnTo>
                  <a:pt x="0" y="14964"/>
                </a:lnTo>
                <a:lnTo>
                  <a:pt x="42858" y="14964"/>
                </a:lnTo>
                <a:lnTo>
                  <a:pt x="42858" y="0"/>
                </a:lnTo>
                <a:close/>
              </a:path>
            </a:pathLst>
          </a:custGeom>
          <a:solidFill>
            <a:srgbClr val="A58AFF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98" name="pl298"/>
          <p:cNvSpPr/>
          <p:nvPr/>
        </p:nvSpPr>
        <p:spPr>
          <a:xfrm>
            <a:off x="3860391" y="4177822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299" name="pt299"/>
          <p:cNvSpPr/>
          <p:nvPr/>
        </p:nvSpPr>
        <p:spPr>
          <a:xfrm>
            <a:off x="3990543" y="4204378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0" name="pl300"/>
          <p:cNvSpPr/>
          <p:nvPr/>
        </p:nvSpPr>
        <p:spPr>
          <a:xfrm>
            <a:off x="4050660" y="4284251"/>
            <a:ext cx="0" cy="61870"/>
          </a:xfrm>
          <a:custGeom>
            <a:avLst/>
            <a:gdLst/>
            <a:ahLst/>
            <a:cxnLst/>
            <a:rect l="0" t="0" r="0" b="0"/>
            <a:pathLst>
              <a:path h="25308">
                <a:moveTo>
                  <a:pt x="0" y="25308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1" name="pl301"/>
          <p:cNvSpPr/>
          <p:nvPr/>
        </p:nvSpPr>
        <p:spPr>
          <a:xfrm>
            <a:off x="4050660" y="4394535"/>
            <a:ext cx="0" cy="47930"/>
          </a:xfrm>
          <a:custGeom>
            <a:avLst/>
            <a:gdLst/>
            <a:ahLst/>
            <a:cxnLst/>
            <a:rect l="0" t="0" r="0" b="0"/>
            <a:pathLst>
              <a:path h="19606">
                <a:moveTo>
                  <a:pt x="0" y="0"/>
                </a:moveTo>
                <a:lnTo>
                  <a:pt x="0" y="19606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2" name="pg302"/>
          <p:cNvSpPr/>
          <p:nvPr/>
        </p:nvSpPr>
        <p:spPr>
          <a:xfrm>
            <a:off x="3998769" y="4346123"/>
            <a:ext cx="103782" cy="48409"/>
          </a:xfrm>
          <a:custGeom>
            <a:avLst/>
            <a:gdLst/>
            <a:ahLst/>
            <a:cxnLst/>
            <a:rect l="0" t="0" r="0" b="0"/>
            <a:pathLst>
              <a:path w="42858" h="19802">
                <a:moveTo>
                  <a:pt x="0" y="0"/>
                </a:moveTo>
                <a:lnTo>
                  <a:pt x="0" y="19802"/>
                </a:lnTo>
                <a:lnTo>
                  <a:pt x="42858" y="19802"/>
                </a:lnTo>
                <a:lnTo>
                  <a:pt x="42858" y="0"/>
                </a:lnTo>
                <a:close/>
              </a:path>
            </a:pathLst>
          </a:custGeom>
          <a:solidFill>
            <a:srgbClr val="FB61D7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03" name="pl303"/>
          <p:cNvSpPr/>
          <p:nvPr/>
        </p:nvSpPr>
        <p:spPr>
          <a:xfrm>
            <a:off x="3998769" y="4367450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04" name="pl304"/>
          <p:cNvSpPr/>
          <p:nvPr/>
        </p:nvSpPr>
        <p:spPr>
          <a:xfrm>
            <a:off x="5070705" y="1740061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5" name="pl305"/>
          <p:cNvSpPr/>
          <p:nvPr/>
        </p:nvSpPr>
        <p:spPr>
          <a:xfrm>
            <a:off x="5070705" y="1562040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6" name="pl306"/>
          <p:cNvSpPr/>
          <p:nvPr/>
        </p:nvSpPr>
        <p:spPr>
          <a:xfrm>
            <a:off x="5070705" y="1384020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7" name="pl307"/>
          <p:cNvSpPr/>
          <p:nvPr/>
        </p:nvSpPr>
        <p:spPr>
          <a:xfrm>
            <a:off x="5070705" y="1205996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8" name="pl308"/>
          <p:cNvSpPr/>
          <p:nvPr/>
        </p:nvSpPr>
        <p:spPr>
          <a:xfrm>
            <a:off x="5070705" y="1829072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09" name="pl309"/>
          <p:cNvSpPr/>
          <p:nvPr/>
        </p:nvSpPr>
        <p:spPr>
          <a:xfrm>
            <a:off x="5070705" y="1651051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0" name="pl310"/>
          <p:cNvSpPr/>
          <p:nvPr/>
        </p:nvSpPr>
        <p:spPr>
          <a:xfrm>
            <a:off x="5070705" y="1473030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1" name="pl311"/>
          <p:cNvSpPr/>
          <p:nvPr/>
        </p:nvSpPr>
        <p:spPr>
          <a:xfrm>
            <a:off x="5070705" y="1295007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2" name="pl312"/>
          <p:cNvSpPr/>
          <p:nvPr/>
        </p:nvSpPr>
        <p:spPr>
          <a:xfrm>
            <a:off x="5153732" y="120407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3" name="pl313"/>
          <p:cNvSpPr/>
          <p:nvPr/>
        </p:nvSpPr>
        <p:spPr>
          <a:xfrm>
            <a:off x="5292110" y="120407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4" name="pl314"/>
          <p:cNvSpPr/>
          <p:nvPr/>
        </p:nvSpPr>
        <p:spPr>
          <a:xfrm>
            <a:off x="5430488" y="120407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5" name="pl315"/>
          <p:cNvSpPr/>
          <p:nvPr/>
        </p:nvSpPr>
        <p:spPr>
          <a:xfrm>
            <a:off x="5568867" y="120407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6" name="pl316"/>
          <p:cNvSpPr/>
          <p:nvPr/>
        </p:nvSpPr>
        <p:spPr>
          <a:xfrm>
            <a:off x="5707243" y="120407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7" name="pl317"/>
          <p:cNvSpPr/>
          <p:nvPr/>
        </p:nvSpPr>
        <p:spPr>
          <a:xfrm>
            <a:off x="5845621" y="120407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8" name="pl318"/>
          <p:cNvSpPr/>
          <p:nvPr/>
        </p:nvSpPr>
        <p:spPr>
          <a:xfrm>
            <a:off x="5983999" y="120407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19" name="pt319"/>
          <p:cNvSpPr/>
          <p:nvPr/>
        </p:nvSpPr>
        <p:spPr>
          <a:xfrm>
            <a:off x="5093615" y="1501320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0" name="pl320"/>
          <p:cNvSpPr/>
          <p:nvPr/>
        </p:nvSpPr>
        <p:spPr>
          <a:xfrm>
            <a:off x="5153732" y="1627712"/>
            <a:ext cx="0" cy="97574"/>
          </a:xfrm>
          <a:custGeom>
            <a:avLst/>
            <a:gdLst/>
            <a:ahLst/>
            <a:cxnLst/>
            <a:rect l="0" t="0" r="0" b="0"/>
            <a:pathLst>
              <a:path h="39913">
                <a:moveTo>
                  <a:pt x="0" y="39913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1" name="pl321"/>
          <p:cNvSpPr/>
          <p:nvPr/>
        </p:nvSpPr>
        <p:spPr>
          <a:xfrm>
            <a:off x="5153732" y="1823640"/>
            <a:ext cx="0" cy="5251"/>
          </a:xfrm>
          <a:custGeom>
            <a:avLst/>
            <a:gdLst/>
            <a:ahLst/>
            <a:cxnLst/>
            <a:rect l="0" t="0" r="0" b="0"/>
            <a:pathLst>
              <a:path h="2148">
                <a:moveTo>
                  <a:pt x="0" y="0"/>
                </a:moveTo>
                <a:lnTo>
                  <a:pt x="0" y="2148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2" name="pg322"/>
          <p:cNvSpPr/>
          <p:nvPr/>
        </p:nvSpPr>
        <p:spPr>
          <a:xfrm>
            <a:off x="5101841" y="1725288"/>
            <a:ext cx="103782" cy="98351"/>
          </a:xfrm>
          <a:custGeom>
            <a:avLst/>
            <a:gdLst/>
            <a:ahLst/>
            <a:cxnLst/>
            <a:rect l="0" t="0" r="0" b="0"/>
            <a:pathLst>
              <a:path w="42858" h="40231">
                <a:moveTo>
                  <a:pt x="0" y="0"/>
                </a:moveTo>
                <a:lnTo>
                  <a:pt x="0" y="40231"/>
                </a:lnTo>
                <a:lnTo>
                  <a:pt x="42858" y="40231"/>
                </a:lnTo>
                <a:lnTo>
                  <a:pt x="42858" y="0"/>
                </a:lnTo>
                <a:close/>
              </a:path>
            </a:pathLst>
          </a:custGeom>
          <a:solidFill>
            <a:srgbClr val="F8766D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23" name="pl323"/>
          <p:cNvSpPr/>
          <p:nvPr/>
        </p:nvSpPr>
        <p:spPr>
          <a:xfrm>
            <a:off x="5101841" y="1805500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24" name="pt324"/>
          <p:cNvSpPr/>
          <p:nvPr/>
        </p:nvSpPr>
        <p:spPr>
          <a:xfrm>
            <a:off x="5231993" y="1534956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5" name="pl325"/>
          <p:cNvSpPr/>
          <p:nvPr/>
        </p:nvSpPr>
        <p:spPr>
          <a:xfrm>
            <a:off x="5292110" y="1677314"/>
            <a:ext cx="0" cy="82175"/>
          </a:xfrm>
          <a:custGeom>
            <a:avLst/>
            <a:gdLst/>
            <a:ahLst/>
            <a:cxnLst/>
            <a:rect l="0" t="0" r="0" b="0"/>
            <a:pathLst>
              <a:path h="33614">
                <a:moveTo>
                  <a:pt x="0" y="3361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6" name="pl326"/>
          <p:cNvSpPr/>
          <p:nvPr/>
        </p:nvSpPr>
        <p:spPr>
          <a:xfrm>
            <a:off x="5292110" y="1819022"/>
            <a:ext cx="0" cy="8283"/>
          </a:xfrm>
          <a:custGeom>
            <a:avLst/>
            <a:gdLst/>
            <a:ahLst/>
            <a:cxnLst/>
            <a:rect l="0" t="0" r="0" b="0"/>
            <a:pathLst>
              <a:path h="3388">
                <a:moveTo>
                  <a:pt x="0" y="0"/>
                </a:moveTo>
                <a:lnTo>
                  <a:pt x="0" y="3388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27" name="pg327"/>
          <p:cNvSpPr/>
          <p:nvPr/>
        </p:nvSpPr>
        <p:spPr>
          <a:xfrm>
            <a:off x="5240219" y="1759492"/>
            <a:ext cx="103782" cy="59530"/>
          </a:xfrm>
          <a:custGeom>
            <a:avLst/>
            <a:gdLst/>
            <a:ahLst/>
            <a:cxnLst/>
            <a:rect l="0" t="0" r="0" b="0"/>
            <a:pathLst>
              <a:path w="42858" h="24351">
                <a:moveTo>
                  <a:pt x="0" y="0"/>
                </a:moveTo>
                <a:lnTo>
                  <a:pt x="0" y="24351"/>
                </a:lnTo>
                <a:lnTo>
                  <a:pt x="42858" y="24351"/>
                </a:lnTo>
                <a:lnTo>
                  <a:pt x="42858" y="0"/>
                </a:lnTo>
                <a:close/>
              </a:path>
            </a:pathLst>
          </a:custGeom>
          <a:solidFill>
            <a:srgbClr val="C49A00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28" name="pl328"/>
          <p:cNvSpPr/>
          <p:nvPr/>
        </p:nvSpPr>
        <p:spPr>
          <a:xfrm>
            <a:off x="5240219" y="1807119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29" name="pt329"/>
          <p:cNvSpPr/>
          <p:nvPr/>
        </p:nvSpPr>
        <p:spPr>
          <a:xfrm>
            <a:off x="5370372" y="1173135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0" name="pl330"/>
          <p:cNvSpPr/>
          <p:nvPr/>
        </p:nvSpPr>
        <p:spPr>
          <a:xfrm>
            <a:off x="5430488" y="1641421"/>
            <a:ext cx="0" cy="6672"/>
          </a:xfrm>
          <a:custGeom>
            <a:avLst/>
            <a:gdLst/>
            <a:ahLst/>
            <a:cxnLst/>
            <a:rect l="0" t="0" r="0" b="0"/>
            <a:pathLst>
              <a:path h="2729">
                <a:moveTo>
                  <a:pt x="0" y="2729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1" name="pl331"/>
          <p:cNvSpPr/>
          <p:nvPr/>
        </p:nvSpPr>
        <p:spPr>
          <a:xfrm>
            <a:off x="5430488" y="1779078"/>
            <a:ext cx="0" cy="14864"/>
          </a:xfrm>
          <a:custGeom>
            <a:avLst/>
            <a:gdLst/>
            <a:ahLst/>
            <a:cxnLst/>
            <a:rect l="0" t="0" r="0" b="0"/>
            <a:pathLst>
              <a:path h="6080">
                <a:moveTo>
                  <a:pt x="0" y="0"/>
                </a:moveTo>
                <a:lnTo>
                  <a:pt x="0" y="608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2" name="pg332"/>
          <p:cNvSpPr/>
          <p:nvPr/>
        </p:nvSpPr>
        <p:spPr>
          <a:xfrm>
            <a:off x="5378595" y="1648093"/>
            <a:ext cx="103782" cy="130983"/>
          </a:xfrm>
          <a:custGeom>
            <a:avLst/>
            <a:gdLst/>
            <a:ahLst/>
            <a:cxnLst/>
            <a:rect l="0" t="0" r="0" b="0"/>
            <a:pathLst>
              <a:path w="42858" h="53579">
                <a:moveTo>
                  <a:pt x="0" y="0"/>
                </a:moveTo>
                <a:lnTo>
                  <a:pt x="0" y="53579"/>
                </a:lnTo>
                <a:lnTo>
                  <a:pt x="42858" y="53579"/>
                </a:lnTo>
                <a:lnTo>
                  <a:pt x="42858" y="0"/>
                </a:lnTo>
                <a:close/>
              </a:path>
            </a:pathLst>
          </a:custGeom>
          <a:solidFill>
            <a:srgbClr val="53B400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33" name="pl333"/>
          <p:cNvSpPr/>
          <p:nvPr/>
        </p:nvSpPr>
        <p:spPr>
          <a:xfrm>
            <a:off x="5378595" y="1732226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34" name="pt334"/>
          <p:cNvSpPr/>
          <p:nvPr/>
        </p:nvSpPr>
        <p:spPr>
          <a:xfrm>
            <a:off x="5508750" y="1552279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5" name="pt335"/>
          <p:cNvSpPr/>
          <p:nvPr/>
        </p:nvSpPr>
        <p:spPr>
          <a:xfrm>
            <a:off x="5508750" y="1675414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6" name="pt336"/>
          <p:cNvSpPr/>
          <p:nvPr/>
        </p:nvSpPr>
        <p:spPr>
          <a:xfrm>
            <a:off x="5508750" y="1587864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7" name="pl337"/>
          <p:cNvSpPr/>
          <p:nvPr/>
        </p:nvSpPr>
        <p:spPr>
          <a:xfrm>
            <a:off x="5568867" y="1767099"/>
            <a:ext cx="0" cy="27329"/>
          </a:xfrm>
          <a:custGeom>
            <a:avLst/>
            <a:gdLst/>
            <a:ahLst/>
            <a:cxnLst/>
            <a:rect l="0" t="0" r="0" b="0"/>
            <a:pathLst>
              <a:path h="11179">
                <a:moveTo>
                  <a:pt x="0" y="11179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8" name="pl338"/>
          <p:cNvSpPr/>
          <p:nvPr/>
        </p:nvSpPr>
        <p:spPr>
          <a:xfrm>
            <a:off x="5568867" y="1822447"/>
            <a:ext cx="0" cy="6483"/>
          </a:xfrm>
          <a:custGeom>
            <a:avLst/>
            <a:gdLst/>
            <a:ahLst/>
            <a:cxnLst/>
            <a:rect l="0" t="0" r="0" b="0"/>
            <a:pathLst>
              <a:path h="2652">
                <a:moveTo>
                  <a:pt x="0" y="0"/>
                </a:moveTo>
                <a:lnTo>
                  <a:pt x="0" y="2652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39" name="pg339"/>
          <p:cNvSpPr/>
          <p:nvPr/>
        </p:nvSpPr>
        <p:spPr>
          <a:xfrm>
            <a:off x="5516973" y="1794428"/>
            <a:ext cx="103782" cy="28018"/>
          </a:xfrm>
          <a:custGeom>
            <a:avLst/>
            <a:gdLst/>
            <a:ahLst/>
            <a:cxnLst/>
            <a:rect l="0" t="0" r="0" b="0"/>
            <a:pathLst>
              <a:path w="42858" h="11461">
                <a:moveTo>
                  <a:pt x="0" y="0"/>
                </a:moveTo>
                <a:lnTo>
                  <a:pt x="0" y="11461"/>
                </a:lnTo>
                <a:lnTo>
                  <a:pt x="42858" y="11461"/>
                </a:lnTo>
                <a:lnTo>
                  <a:pt x="42858" y="0"/>
                </a:lnTo>
                <a:close/>
              </a:path>
            </a:pathLst>
          </a:custGeom>
          <a:solidFill>
            <a:srgbClr val="00C094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40" name="pl340"/>
          <p:cNvSpPr/>
          <p:nvPr/>
        </p:nvSpPr>
        <p:spPr>
          <a:xfrm>
            <a:off x="5516973" y="1814638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41" name="pt341"/>
          <p:cNvSpPr/>
          <p:nvPr/>
        </p:nvSpPr>
        <p:spPr>
          <a:xfrm>
            <a:off x="5647126" y="1592330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2" name="pt342"/>
          <p:cNvSpPr/>
          <p:nvPr/>
        </p:nvSpPr>
        <p:spPr>
          <a:xfrm>
            <a:off x="5647126" y="1672845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3" name="pt343"/>
          <p:cNvSpPr/>
          <p:nvPr/>
        </p:nvSpPr>
        <p:spPr>
          <a:xfrm>
            <a:off x="5647126" y="1645932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4" name="pt344"/>
          <p:cNvSpPr/>
          <p:nvPr/>
        </p:nvSpPr>
        <p:spPr>
          <a:xfrm>
            <a:off x="5647126" y="1678042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5" name="pl345"/>
          <p:cNvSpPr/>
          <p:nvPr/>
        </p:nvSpPr>
        <p:spPr>
          <a:xfrm>
            <a:off x="5707243" y="1782860"/>
            <a:ext cx="0" cy="12937"/>
          </a:xfrm>
          <a:custGeom>
            <a:avLst/>
            <a:gdLst/>
            <a:ahLst/>
            <a:cxnLst/>
            <a:rect l="0" t="0" r="0" b="0"/>
            <a:pathLst>
              <a:path h="5292">
                <a:moveTo>
                  <a:pt x="0" y="5292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6" name="pl346"/>
          <p:cNvSpPr/>
          <p:nvPr/>
        </p:nvSpPr>
        <p:spPr>
          <a:xfrm>
            <a:off x="5707243" y="1827194"/>
            <a:ext cx="0" cy="1782"/>
          </a:xfrm>
          <a:custGeom>
            <a:avLst/>
            <a:gdLst/>
            <a:ahLst/>
            <a:cxnLst/>
            <a:rect l="0" t="0" r="0" b="0"/>
            <a:pathLst>
              <a:path h="729">
                <a:moveTo>
                  <a:pt x="0" y="0"/>
                </a:moveTo>
                <a:lnTo>
                  <a:pt x="0" y="729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47" name="pg347"/>
          <p:cNvSpPr/>
          <p:nvPr/>
        </p:nvSpPr>
        <p:spPr>
          <a:xfrm>
            <a:off x="5655352" y="1795800"/>
            <a:ext cx="103782" cy="31392"/>
          </a:xfrm>
          <a:custGeom>
            <a:avLst/>
            <a:gdLst/>
            <a:ahLst/>
            <a:cxnLst/>
            <a:rect l="0" t="0" r="0" b="0"/>
            <a:pathLst>
              <a:path w="42858" h="12841">
                <a:moveTo>
                  <a:pt x="0" y="0"/>
                </a:moveTo>
                <a:lnTo>
                  <a:pt x="0" y="12841"/>
                </a:lnTo>
                <a:lnTo>
                  <a:pt x="42858" y="12841"/>
                </a:lnTo>
                <a:lnTo>
                  <a:pt x="42858" y="0"/>
                </a:lnTo>
                <a:close/>
              </a:path>
            </a:pathLst>
          </a:custGeom>
          <a:solidFill>
            <a:srgbClr val="00B6EB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48" name="pl348"/>
          <p:cNvSpPr/>
          <p:nvPr/>
        </p:nvSpPr>
        <p:spPr>
          <a:xfrm>
            <a:off x="5655352" y="1817638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49" name="pl349"/>
          <p:cNvSpPr/>
          <p:nvPr/>
        </p:nvSpPr>
        <p:spPr>
          <a:xfrm>
            <a:off x="5845621" y="1543610"/>
            <a:ext cx="0" cy="154941"/>
          </a:xfrm>
          <a:custGeom>
            <a:avLst/>
            <a:gdLst/>
            <a:ahLst/>
            <a:cxnLst/>
            <a:rect l="0" t="0" r="0" b="0"/>
            <a:pathLst>
              <a:path h="63379">
                <a:moveTo>
                  <a:pt x="0" y="63379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0" name="pl350"/>
          <p:cNvSpPr/>
          <p:nvPr/>
        </p:nvSpPr>
        <p:spPr>
          <a:xfrm>
            <a:off x="5845621" y="1822104"/>
            <a:ext cx="0" cy="5579"/>
          </a:xfrm>
          <a:custGeom>
            <a:avLst/>
            <a:gdLst/>
            <a:ahLst/>
            <a:cxnLst/>
            <a:rect l="0" t="0" r="0" b="0"/>
            <a:pathLst>
              <a:path h="2282">
                <a:moveTo>
                  <a:pt x="0" y="0"/>
                </a:moveTo>
                <a:lnTo>
                  <a:pt x="0" y="2282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1" name="pg351"/>
          <p:cNvSpPr/>
          <p:nvPr/>
        </p:nvSpPr>
        <p:spPr>
          <a:xfrm>
            <a:off x="5793730" y="1698551"/>
            <a:ext cx="103782" cy="123551"/>
          </a:xfrm>
          <a:custGeom>
            <a:avLst/>
            <a:gdLst/>
            <a:ahLst/>
            <a:cxnLst/>
            <a:rect l="0" t="0" r="0" b="0"/>
            <a:pathLst>
              <a:path w="42858" h="50539">
                <a:moveTo>
                  <a:pt x="0" y="0"/>
                </a:moveTo>
                <a:lnTo>
                  <a:pt x="0" y="50539"/>
                </a:lnTo>
                <a:lnTo>
                  <a:pt x="42858" y="50539"/>
                </a:lnTo>
                <a:lnTo>
                  <a:pt x="42858" y="0"/>
                </a:lnTo>
                <a:close/>
              </a:path>
            </a:pathLst>
          </a:custGeom>
          <a:solidFill>
            <a:srgbClr val="A58AFF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52" name="pl352"/>
          <p:cNvSpPr/>
          <p:nvPr/>
        </p:nvSpPr>
        <p:spPr>
          <a:xfrm>
            <a:off x="5793730" y="1796924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53" name="pt353"/>
          <p:cNvSpPr/>
          <p:nvPr/>
        </p:nvSpPr>
        <p:spPr>
          <a:xfrm>
            <a:off x="5923882" y="1599307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4" name="pt354"/>
          <p:cNvSpPr/>
          <p:nvPr/>
        </p:nvSpPr>
        <p:spPr>
          <a:xfrm>
            <a:off x="5923882" y="1533585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5" name="pt355"/>
          <p:cNvSpPr/>
          <p:nvPr/>
        </p:nvSpPr>
        <p:spPr>
          <a:xfrm>
            <a:off x="5923882" y="1587521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6" name="pl356"/>
          <p:cNvSpPr/>
          <p:nvPr/>
        </p:nvSpPr>
        <p:spPr>
          <a:xfrm>
            <a:off x="5983999" y="1722895"/>
            <a:ext cx="0" cy="50588"/>
          </a:xfrm>
          <a:custGeom>
            <a:avLst/>
            <a:gdLst/>
            <a:ahLst/>
            <a:cxnLst/>
            <a:rect l="0" t="0" r="0" b="0"/>
            <a:pathLst>
              <a:path h="20693">
                <a:moveTo>
                  <a:pt x="0" y="20693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7" name="pl357"/>
          <p:cNvSpPr/>
          <p:nvPr/>
        </p:nvSpPr>
        <p:spPr>
          <a:xfrm>
            <a:off x="5983999" y="1823002"/>
            <a:ext cx="0" cy="5476"/>
          </a:xfrm>
          <a:custGeom>
            <a:avLst/>
            <a:gdLst/>
            <a:ahLst/>
            <a:cxnLst/>
            <a:rect l="0" t="0" r="0" b="0"/>
            <a:pathLst>
              <a:path h="2240">
                <a:moveTo>
                  <a:pt x="0" y="0"/>
                </a:moveTo>
                <a:lnTo>
                  <a:pt x="0" y="224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58" name="pg358"/>
          <p:cNvSpPr/>
          <p:nvPr/>
        </p:nvSpPr>
        <p:spPr>
          <a:xfrm>
            <a:off x="5932108" y="1773485"/>
            <a:ext cx="103782" cy="49517"/>
          </a:xfrm>
          <a:custGeom>
            <a:avLst/>
            <a:gdLst/>
            <a:ahLst/>
            <a:cxnLst/>
            <a:rect l="0" t="0" r="0" b="0"/>
            <a:pathLst>
              <a:path w="42858" h="20255">
                <a:moveTo>
                  <a:pt x="0" y="0"/>
                </a:moveTo>
                <a:lnTo>
                  <a:pt x="0" y="20255"/>
                </a:lnTo>
                <a:lnTo>
                  <a:pt x="42858" y="20255"/>
                </a:lnTo>
                <a:lnTo>
                  <a:pt x="42858" y="0"/>
                </a:lnTo>
                <a:close/>
              </a:path>
            </a:pathLst>
          </a:custGeom>
          <a:solidFill>
            <a:srgbClr val="FB61D7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59" name="pl359"/>
          <p:cNvSpPr/>
          <p:nvPr/>
        </p:nvSpPr>
        <p:spPr>
          <a:xfrm>
            <a:off x="5932108" y="1810717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60" name="pl360"/>
          <p:cNvSpPr/>
          <p:nvPr/>
        </p:nvSpPr>
        <p:spPr>
          <a:xfrm>
            <a:off x="5070705" y="3161228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61" name="pl361"/>
          <p:cNvSpPr/>
          <p:nvPr/>
        </p:nvSpPr>
        <p:spPr>
          <a:xfrm>
            <a:off x="5070705" y="2966850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62" name="pl362"/>
          <p:cNvSpPr/>
          <p:nvPr/>
        </p:nvSpPr>
        <p:spPr>
          <a:xfrm>
            <a:off x="5070705" y="2772472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63" name="pl363"/>
          <p:cNvSpPr/>
          <p:nvPr/>
        </p:nvSpPr>
        <p:spPr>
          <a:xfrm>
            <a:off x="5070705" y="2578094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64" name="pl364"/>
          <p:cNvSpPr/>
          <p:nvPr/>
        </p:nvSpPr>
        <p:spPr>
          <a:xfrm>
            <a:off x="5070705" y="3064040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65" name="pl365"/>
          <p:cNvSpPr/>
          <p:nvPr/>
        </p:nvSpPr>
        <p:spPr>
          <a:xfrm>
            <a:off x="5070705" y="2869662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66" name="pl366"/>
          <p:cNvSpPr/>
          <p:nvPr/>
        </p:nvSpPr>
        <p:spPr>
          <a:xfrm>
            <a:off x="5070705" y="2675282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67" name="pl367"/>
          <p:cNvSpPr/>
          <p:nvPr/>
        </p:nvSpPr>
        <p:spPr>
          <a:xfrm>
            <a:off x="5153732" y="2554124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68" name="pl368"/>
          <p:cNvSpPr/>
          <p:nvPr/>
        </p:nvSpPr>
        <p:spPr>
          <a:xfrm>
            <a:off x="5292110" y="2554124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69" name="pl369"/>
          <p:cNvSpPr/>
          <p:nvPr/>
        </p:nvSpPr>
        <p:spPr>
          <a:xfrm>
            <a:off x="5430488" y="2554124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0" name="pl370"/>
          <p:cNvSpPr/>
          <p:nvPr/>
        </p:nvSpPr>
        <p:spPr>
          <a:xfrm>
            <a:off x="5568867" y="2554124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1" name="pl371"/>
          <p:cNvSpPr/>
          <p:nvPr/>
        </p:nvSpPr>
        <p:spPr>
          <a:xfrm>
            <a:off x="5707243" y="2554124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2" name="pl372"/>
          <p:cNvSpPr/>
          <p:nvPr/>
        </p:nvSpPr>
        <p:spPr>
          <a:xfrm>
            <a:off x="5845621" y="2554124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3" name="pl373"/>
          <p:cNvSpPr/>
          <p:nvPr/>
        </p:nvSpPr>
        <p:spPr>
          <a:xfrm>
            <a:off x="5983999" y="2554124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4" name="pt374"/>
          <p:cNvSpPr/>
          <p:nvPr/>
        </p:nvSpPr>
        <p:spPr>
          <a:xfrm>
            <a:off x="5093615" y="2894708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5" name="pt375"/>
          <p:cNvSpPr/>
          <p:nvPr/>
        </p:nvSpPr>
        <p:spPr>
          <a:xfrm>
            <a:off x="5093615" y="2957353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6" name="pl376"/>
          <p:cNvSpPr/>
          <p:nvPr/>
        </p:nvSpPr>
        <p:spPr>
          <a:xfrm>
            <a:off x="5153732" y="2606041"/>
            <a:ext cx="0" cy="70551"/>
          </a:xfrm>
          <a:custGeom>
            <a:avLst/>
            <a:gdLst/>
            <a:ahLst/>
            <a:cxnLst/>
            <a:rect l="0" t="0" r="0" b="0"/>
            <a:pathLst>
              <a:path h="28859">
                <a:moveTo>
                  <a:pt x="0" y="28859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7" name="pl377"/>
          <p:cNvSpPr/>
          <p:nvPr/>
        </p:nvSpPr>
        <p:spPr>
          <a:xfrm>
            <a:off x="5153732" y="2787426"/>
            <a:ext cx="0" cy="39244"/>
          </a:xfrm>
          <a:custGeom>
            <a:avLst/>
            <a:gdLst/>
            <a:ahLst/>
            <a:cxnLst/>
            <a:rect l="0" t="0" r="0" b="0"/>
            <a:pathLst>
              <a:path h="16053">
                <a:moveTo>
                  <a:pt x="0" y="0"/>
                </a:moveTo>
                <a:lnTo>
                  <a:pt x="0" y="16053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78" name="pg378"/>
          <p:cNvSpPr/>
          <p:nvPr/>
        </p:nvSpPr>
        <p:spPr>
          <a:xfrm>
            <a:off x="5101841" y="2676595"/>
            <a:ext cx="103782" cy="110832"/>
          </a:xfrm>
          <a:custGeom>
            <a:avLst/>
            <a:gdLst/>
            <a:ahLst/>
            <a:cxnLst/>
            <a:rect l="0" t="0" r="0" b="0"/>
            <a:pathLst>
              <a:path w="42858" h="45336">
                <a:moveTo>
                  <a:pt x="0" y="0"/>
                </a:moveTo>
                <a:lnTo>
                  <a:pt x="0" y="45336"/>
                </a:lnTo>
                <a:lnTo>
                  <a:pt x="42858" y="45336"/>
                </a:lnTo>
                <a:lnTo>
                  <a:pt x="42858" y="0"/>
                </a:lnTo>
                <a:close/>
              </a:path>
            </a:pathLst>
          </a:custGeom>
          <a:solidFill>
            <a:srgbClr val="F8766D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79" name="pl379"/>
          <p:cNvSpPr/>
          <p:nvPr/>
        </p:nvSpPr>
        <p:spPr>
          <a:xfrm>
            <a:off x="5101841" y="2763586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80" name="pt380"/>
          <p:cNvSpPr/>
          <p:nvPr/>
        </p:nvSpPr>
        <p:spPr>
          <a:xfrm>
            <a:off x="5231993" y="2906085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1" name="pl381"/>
          <p:cNvSpPr/>
          <p:nvPr/>
        </p:nvSpPr>
        <p:spPr>
          <a:xfrm>
            <a:off x="5292110" y="2583883"/>
            <a:ext cx="0" cy="52086"/>
          </a:xfrm>
          <a:custGeom>
            <a:avLst/>
            <a:gdLst/>
            <a:ahLst/>
            <a:cxnLst/>
            <a:rect l="0" t="0" r="0" b="0"/>
            <a:pathLst>
              <a:path h="21306">
                <a:moveTo>
                  <a:pt x="0" y="21306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2" name="pl382"/>
          <p:cNvSpPr/>
          <p:nvPr/>
        </p:nvSpPr>
        <p:spPr>
          <a:xfrm>
            <a:off x="5292110" y="2763050"/>
            <a:ext cx="0" cy="124683"/>
          </a:xfrm>
          <a:custGeom>
            <a:avLst/>
            <a:gdLst/>
            <a:ahLst/>
            <a:cxnLst/>
            <a:rect l="0" t="0" r="0" b="0"/>
            <a:pathLst>
              <a:path h="51002">
                <a:moveTo>
                  <a:pt x="0" y="0"/>
                </a:moveTo>
                <a:lnTo>
                  <a:pt x="0" y="51002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3" name="pg383"/>
          <p:cNvSpPr/>
          <p:nvPr/>
        </p:nvSpPr>
        <p:spPr>
          <a:xfrm>
            <a:off x="5240219" y="2635969"/>
            <a:ext cx="103782" cy="127079"/>
          </a:xfrm>
          <a:custGeom>
            <a:avLst/>
            <a:gdLst/>
            <a:ahLst/>
            <a:cxnLst/>
            <a:rect l="0" t="0" r="0" b="0"/>
            <a:pathLst>
              <a:path w="42858" h="51982">
                <a:moveTo>
                  <a:pt x="0" y="0"/>
                </a:moveTo>
                <a:lnTo>
                  <a:pt x="0" y="51982"/>
                </a:lnTo>
                <a:lnTo>
                  <a:pt x="42858" y="51982"/>
                </a:lnTo>
                <a:lnTo>
                  <a:pt x="42858" y="0"/>
                </a:lnTo>
                <a:close/>
              </a:path>
            </a:pathLst>
          </a:custGeom>
          <a:solidFill>
            <a:srgbClr val="C49A00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84" name="pl384"/>
          <p:cNvSpPr/>
          <p:nvPr/>
        </p:nvSpPr>
        <p:spPr>
          <a:xfrm>
            <a:off x="5240219" y="2720242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85" name="pt385"/>
          <p:cNvSpPr/>
          <p:nvPr/>
        </p:nvSpPr>
        <p:spPr>
          <a:xfrm>
            <a:off x="5370372" y="2989270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6" name="pl386"/>
          <p:cNvSpPr/>
          <p:nvPr/>
        </p:nvSpPr>
        <p:spPr>
          <a:xfrm>
            <a:off x="5430488" y="2712282"/>
            <a:ext cx="0" cy="81755"/>
          </a:xfrm>
          <a:custGeom>
            <a:avLst/>
            <a:gdLst/>
            <a:ahLst/>
            <a:cxnLst/>
            <a:rect l="0" t="0" r="0" b="0"/>
            <a:pathLst>
              <a:path h="33442">
                <a:moveTo>
                  <a:pt x="0" y="33442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7" name="pl387"/>
          <p:cNvSpPr/>
          <p:nvPr/>
        </p:nvSpPr>
        <p:spPr>
          <a:xfrm>
            <a:off x="5430488" y="2856994"/>
            <a:ext cx="0" cy="17421"/>
          </a:xfrm>
          <a:custGeom>
            <a:avLst/>
            <a:gdLst/>
            <a:ahLst/>
            <a:cxnLst/>
            <a:rect l="0" t="0" r="0" b="0"/>
            <a:pathLst>
              <a:path h="7126">
                <a:moveTo>
                  <a:pt x="0" y="0"/>
                </a:moveTo>
                <a:lnTo>
                  <a:pt x="0" y="7126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88" name="pg388"/>
          <p:cNvSpPr/>
          <p:nvPr/>
        </p:nvSpPr>
        <p:spPr>
          <a:xfrm>
            <a:off x="5378595" y="2794039"/>
            <a:ext cx="103782" cy="62955"/>
          </a:xfrm>
          <a:custGeom>
            <a:avLst/>
            <a:gdLst/>
            <a:ahLst/>
            <a:cxnLst/>
            <a:rect l="0" t="0" r="0" b="0"/>
            <a:pathLst>
              <a:path w="42858" h="25752">
                <a:moveTo>
                  <a:pt x="0" y="0"/>
                </a:moveTo>
                <a:lnTo>
                  <a:pt x="0" y="25752"/>
                </a:lnTo>
                <a:lnTo>
                  <a:pt x="42858" y="25752"/>
                </a:lnTo>
                <a:lnTo>
                  <a:pt x="42858" y="0"/>
                </a:lnTo>
                <a:close/>
              </a:path>
            </a:pathLst>
          </a:custGeom>
          <a:solidFill>
            <a:srgbClr val="53B400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89" name="pl389"/>
          <p:cNvSpPr/>
          <p:nvPr/>
        </p:nvSpPr>
        <p:spPr>
          <a:xfrm>
            <a:off x="5378595" y="2806150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90" name="pl390"/>
          <p:cNvSpPr/>
          <p:nvPr/>
        </p:nvSpPr>
        <p:spPr>
          <a:xfrm>
            <a:off x="5568867" y="2675509"/>
            <a:ext cx="0" cy="81266"/>
          </a:xfrm>
          <a:custGeom>
            <a:avLst/>
            <a:gdLst/>
            <a:ahLst/>
            <a:cxnLst/>
            <a:rect l="0" t="0" r="0" b="0"/>
            <a:pathLst>
              <a:path h="33242">
                <a:moveTo>
                  <a:pt x="0" y="33242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91" name="pl391"/>
          <p:cNvSpPr/>
          <p:nvPr/>
        </p:nvSpPr>
        <p:spPr>
          <a:xfrm>
            <a:off x="5568867" y="2901651"/>
            <a:ext cx="0" cy="213950"/>
          </a:xfrm>
          <a:custGeom>
            <a:avLst/>
            <a:gdLst/>
            <a:ahLst/>
            <a:cxnLst/>
            <a:rect l="0" t="0" r="0" b="0"/>
            <a:pathLst>
              <a:path h="87517">
                <a:moveTo>
                  <a:pt x="0" y="0"/>
                </a:moveTo>
                <a:lnTo>
                  <a:pt x="0" y="87517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92" name="pg392"/>
          <p:cNvSpPr/>
          <p:nvPr/>
        </p:nvSpPr>
        <p:spPr>
          <a:xfrm>
            <a:off x="5516973" y="2756775"/>
            <a:ext cx="103782" cy="144874"/>
          </a:xfrm>
          <a:custGeom>
            <a:avLst/>
            <a:gdLst/>
            <a:ahLst/>
            <a:cxnLst/>
            <a:rect l="0" t="0" r="0" b="0"/>
            <a:pathLst>
              <a:path w="42858" h="59261">
                <a:moveTo>
                  <a:pt x="0" y="0"/>
                </a:moveTo>
                <a:lnTo>
                  <a:pt x="0" y="59261"/>
                </a:lnTo>
                <a:lnTo>
                  <a:pt x="42858" y="59261"/>
                </a:lnTo>
                <a:lnTo>
                  <a:pt x="42858" y="0"/>
                </a:lnTo>
                <a:close/>
              </a:path>
            </a:pathLst>
          </a:custGeom>
          <a:solidFill>
            <a:srgbClr val="00C094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93" name="pl393"/>
          <p:cNvSpPr/>
          <p:nvPr/>
        </p:nvSpPr>
        <p:spPr>
          <a:xfrm>
            <a:off x="5516973" y="2841693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94" name="pl394"/>
          <p:cNvSpPr/>
          <p:nvPr/>
        </p:nvSpPr>
        <p:spPr>
          <a:xfrm>
            <a:off x="5707243" y="2762258"/>
            <a:ext cx="0" cy="98163"/>
          </a:xfrm>
          <a:custGeom>
            <a:avLst/>
            <a:gdLst/>
            <a:ahLst/>
            <a:cxnLst/>
            <a:rect l="0" t="0" r="0" b="0"/>
            <a:pathLst>
              <a:path h="40154">
                <a:moveTo>
                  <a:pt x="0" y="4015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95" name="pl395"/>
          <p:cNvSpPr/>
          <p:nvPr/>
        </p:nvSpPr>
        <p:spPr>
          <a:xfrm>
            <a:off x="5707243" y="2996480"/>
            <a:ext cx="0" cy="182551"/>
          </a:xfrm>
          <a:custGeom>
            <a:avLst/>
            <a:gdLst/>
            <a:ahLst/>
            <a:cxnLst/>
            <a:rect l="0" t="0" r="0" b="0"/>
            <a:pathLst>
              <a:path h="74673">
                <a:moveTo>
                  <a:pt x="0" y="0"/>
                </a:moveTo>
                <a:lnTo>
                  <a:pt x="0" y="74673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96" name="pg396"/>
          <p:cNvSpPr/>
          <p:nvPr/>
        </p:nvSpPr>
        <p:spPr>
          <a:xfrm>
            <a:off x="5655352" y="2860424"/>
            <a:ext cx="103782" cy="136053"/>
          </a:xfrm>
          <a:custGeom>
            <a:avLst/>
            <a:gdLst/>
            <a:ahLst/>
            <a:cxnLst/>
            <a:rect l="0" t="0" r="0" b="0"/>
            <a:pathLst>
              <a:path w="42858" h="55653">
                <a:moveTo>
                  <a:pt x="0" y="0"/>
                </a:moveTo>
                <a:lnTo>
                  <a:pt x="0" y="55653"/>
                </a:lnTo>
                <a:lnTo>
                  <a:pt x="42858" y="55653"/>
                </a:lnTo>
                <a:lnTo>
                  <a:pt x="42858" y="0"/>
                </a:lnTo>
                <a:close/>
              </a:path>
            </a:pathLst>
          </a:custGeom>
          <a:solidFill>
            <a:srgbClr val="00B6EB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97" name="pl397"/>
          <p:cNvSpPr/>
          <p:nvPr/>
        </p:nvSpPr>
        <p:spPr>
          <a:xfrm>
            <a:off x="5655352" y="2934744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398" name="pl398"/>
          <p:cNvSpPr/>
          <p:nvPr/>
        </p:nvSpPr>
        <p:spPr>
          <a:xfrm>
            <a:off x="5845621" y="2788839"/>
            <a:ext cx="0" cy="58782"/>
          </a:xfrm>
          <a:custGeom>
            <a:avLst/>
            <a:gdLst/>
            <a:ahLst/>
            <a:cxnLst/>
            <a:rect l="0" t="0" r="0" b="0"/>
            <a:pathLst>
              <a:path h="24045">
                <a:moveTo>
                  <a:pt x="0" y="24045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399" name="pl399"/>
          <p:cNvSpPr/>
          <p:nvPr/>
        </p:nvSpPr>
        <p:spPr>
          <a:xfrm>
            <a:off x="5845621" y="2989529"/>
            <a:ext cx="0" cy="135694"/>
          </a:xfrm>
          <a:custGeom>
            <a:avLst/>
            <a:gdLst/>
            <a:ahLst/>
            <a:cxnLst/>
            <a:rect l="0" t="0" r="0" b="0"/>
            <a:pathLst>
              <a:path h="55506">
                <a:moveTo>
                  <a:pt x="0" y="0"/>
                </a:moveTo>
                <a:lnTo>
                  <a:pt x="0" y="55506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00" name="pg400"/>
          <p:cNvSpPr/>
          <p:nvPr/>
        </p:nvSpPr>
        <p:spPr>
          <a:xfrm>
            <a:off x="5793730" y="2847621"/>
            <a:ext cx="103782" cy="141906"/>
          </a:xfrm>
          <a:custGeom>
            <a:avLst/>
            <a:gdLst/>
            <a:ahLst/>
            <a:cxnLst/>
            <a:rect l="0" t="0" r="0" b="0"/>
            <a:pathLst>
              <a:path w="42858" h="58047">
                <a:moveTo>
                  <a:pt x="0" y="0"/>
                </a:moveTo>
                <a:lnTo>
                  <a:pt x="0" y="58047"/>
                </a:lnTo>
                <a:lnTo>
                  <a:pt x="42858" y="58047"/>
                </a:lnTo>
                <a:lnTo>
                  <a:pt x="42858" y="0"/>
                </a:lnTo>
                <a:close/>
              </a:path>
            </a:pathLst>
          </a:custGeom>
          <a:solidFill>
            <a:srgbClr val="A58AFF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01" name="pl401"/>
          <p:cNvSpPr/>
          <p:nvPr/>
        </p:nvSpPr>
        <p:spPr>
          <a:xfrm>
            <a:off x="5793730" y="2929112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02" name="pl402"/>
          <p:cNvSpPr/>
          <p:nvPr/>
        </p:nvSpPr>
        <p:spPr>
          <a:xfrm>
            <a:off x="5983999" y="2879673"/>
            <a:ext cx="0" cy="85407"/>
          </a:xfrm>
          <a:custGeom>
            <a:avLst/>
            <a:gdLst/>
            <a:ahLst/>
            <a:cxnLst/>
            <a:rect l="0" t="0" r="0" b="0"/>
            <a:pathLst>
              <a:path h="34936">
                <a:moveTo>
                  <a:pt x="0" y="34936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03" name="pl403"/>
          <p:cNvSpPr/>
          <p:nvPr/>
        </p:nvSpPr>
        <p:spPr>
          <a:xfrm>
            <a:off x="5983999" y="3050475"/>
            <a:ext cx="0" cy="120168"/>
          </a:xfrm>
          <a:custGeom>
            <a:avLst/>
            <a:gdLst/>
            <a:ahLst/>
            <a:cxnLst/>
            <a:rect l="0" t="0" r="0" b="0"/>
            <a:pathLst>
              <a:path h="49155">
                <a:moveTo>
                  <a:pt x="0" y="0"/>
                </a:moveTo>
                <a:lnTo>
                  <a:pt x="0" y="49155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04" name="pg404"/>
          <p:cNvSpPr/>
          <p:nvPr/>
        </p:nvSpPr>
        <p:spPr>
          <a:xfrm>
            <a:off x="5932108" y="2965083"/>
            <a:ext cx="103782" cy="85392"/>
          </a:xfrm>
          <a:custGeom>
            <a:avLst/>
            <a:gdLst/>
            <a:ahLst/>
            <a:cxnLst/>
            <a:rect l="0" t="0" r="0" b="0"/>
            <a:pathLst>
              <a:path w="42858" h="34930">
                <a:moveTo>
                  <a:pt x="0" y="0"/>
                </a:moveTo>
                <a:lnTo>
                  <a:pt x="0" y="34930"/>
                </a:lnTo>
                <a:lnTo>
                  <a:pt x="42858" y="34930"/>
                </a:lnTo>
                <a:lnTo>
                  <a:pt x="42858" y="0"/>
                </a:lnTo>
                <a:close/>
              </a:path>
            </a:pathLst>
          </a:custGeom>
          <a:solidFill>
            <a:srgbClr val="FB61D7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05" name="pl405"/>
          <p:cNvSpPr/>
          <p:nvPr/>
        </p:nvSpPr>
        <p:spPr>
          <a:xfrm>
            <a:off x="5932108" y="3006596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06" name="pl406"/>
          <p:cNvSpPr/>
          <p:nvPr/>
        </p:nvSpPr>
        <p:spPr>
          <a:xfrm>
            <a:off x="5070705" y="4416972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07" name="pl407"/>
          <p:cNvSpPr/>
          <p:nvPr/>
        </p:nvSpPr>
        <p:spPr>
          <a:xfrm>
            <a:off x="5070705" y="4239455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08" name="pl408"/>
          <p:cNvSpPr/>
          <p:nvPr/>
        </p:nvSpPr>
        <p:spPr>
          <a:xfrm>
            <a:off x="5070705" y="4061937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09" name="pl409"/>
          <p:cNvSpPr/>
          <p:nvPr/>
        </p:nvSpPr>
        <p:spPr>
          <a:xfrm>
            <a:off x="5070705" y="4505733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10" name="pl410"/>
          <p:cNvSpPr/>
          <p:nvPr/>
        </p:nvSpPr>
        <p:spPr>
          <a:xfrm>
            <a:off x="5070705" y="4328213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11" name="pl411"/>
          <p:cNvSpPr/>
          <p:nvPr/>
        </p:nvSpPr>
        <p:spPr>
          <a:xfrm>
            <a:off x="5070705" y="4150696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12" name="pl412"/>
          <p:cNvSpPr/>
          <p:nvPr/>
        </p:nvSpPr>
        <p:spPr>
          <a:xfrm>
            <a:off x="5070705" y="3973179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13" name="pl413"/>
          <p:cNvSpPr/>
          <p:nvPr/>
        </p:nvSpPr>
        <p:spPr>
          <a:xfrm>
            <a:off x="5153732" y="390418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14" name="pl414"/>
          <p:cNvSpPr/>
          <p:nvPr/>
        </p:nvSpPr>
        <p:spPr>
          <a:xfrm>
            <a:off x="5292110" y="390418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15" name="pl415"/>
          <p:cNvSpPr/>
          <p:nvPr/>
        </p:nvSpPr>
        <p:spPr>
          <a:xfrm>
            <a:off x="5430488" y="390418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16" name="pl416"/>
          <p:cNvSpPr/>
          <p:nvPr/>
        </p:nvSpPr>
        <p:spPr>
          <a:xfrm>
            <a:off x="5568867" y="390418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17" name="pl417"/>
          <p:cNvSpPr/>
          <p:nvPr/>
        </p:nvSpPr>
        <p:spPr>
          <a:xfrm>
            <a:off x="5707243" y="390418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18" name="pl418"/>
          <p:cNvSpPr/>
          <p:nvPr/>
        </p:nvSpPr>
        <p:spPr>
          <a:xfrm>
            <a:off x="5845621" y="390418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19" name="pl419"/>
          <p:cNvSpPr/>
          <p:nvPr/>
        </p:nvSpPr>
        <p:spPr>
          <a:xfrm>
            <a:off x="5983999" y="390418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20" name="pl420"/>
          <p:cNvSpPr/>
          <p:nvPr/>
        </p:nvSpPr>
        <p:spPr>
          <a:xfrm>
            <a:off x="5153732" y="3933937"/>
            <a:ext cx="0" cy="45055"/>
          </a:xfrm>
          <a:custGeom>
            <a:avLst/>
            <a:gdLst/>
            <a:ahLst/>
            <a:cxnLst/>
            <a:rect l="0" t="0" r="0" b="0"/>
            <a:pathLst>
              <a:path h="18430">
                <a:moveTo>
                  <a:pt x="0" y="1843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21" name="pl421"/>
          <p:cNvSpPr/>
          <p:nvPr/>
        </p:nvSpPr>
        <p:spPr>
          <a:xfrm>
            <a:off x="5153732" y="4050193"/>
            <a:ext cx="0" cy="98158"/>
          </a:xfrm>
          <a:custGeom>
            <a:avLst/>
            <a:gdLst/>
            <a:ahLst/>
            <a:cxnLst/>
            <a:rect l="0" t="0" r="0" b="0"/>
            <a:pathLst>
              <a:path h="40152">
                <a:moveTo>
                  <a:pt x="0" y="0"/>
                </a:moveTo>
                <a:lnTo>
                  <a:pt x="0" y="40152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22" name="pg422"/>
          <p:cNvSpPr/>
          <p:nvPr/>
        </p:nvSpPr>
        <p:spPr>
          <a:xfrm>
            <a:off x="5101841" y="3978995"/>
            <a:ext cx="103782" cy="71199"/>
          </a:xfrm>
          <a:custGeom>
            <a:avLst/>
            <a:gdLst/>
            <a:ahLst/>
            <a:cxnLst/>
            <a:rect l="0" t="0" r="0" b="0"/>
            <a:pathLst>
              <a:path w="42858" h="29124">
                <a:moveTo>
                  <a:pt x="0" y="0"/>
                </a:moveTo>
                <a:lnTo>
                  <a:pt x="0" y="29124"/>
                </a:lnTo>
                <a:lnTo>
                  <a:pt x="42858" y="29124"/>
                </a:lnTo>
                <a:lnTo>
                  <a:pt x="42858" y="0"/>
                </a:lnTo>
                <a:close/>
              </a:path>
            </a:pathLst>
          </a:custGeom>
          <a:solidFill>
            <a:srgbClr val="F8766D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23" name="pl423"/>
          <p:cNvSpPr/>
          <p:nvPr/>
        </p:nvSpPr>
        <p:spPr>
          <a:xfrm>
            <a:off x="5101841" y="4019608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24" name="pl424"/>
          <p:cNvSpPr/>
          <p:nvPr/>
        </p:nvSpPr>
        <p:spPr>
          <a:xfrm>
            <a:off x="5292110" y="3965542"/>
            <a:ext cx="0" cy="49495"/>
          </a:xfrm>
          <a:custGeom>
            <a:avLst/>
            <a:gdLst/>
            <a:ahLst/>
            <a:cxnLst/>
            <a:rect l="0" t="0" r="0" b="0"/>
            <a:pathLst>
              <a:path h="20246">
                <a:moveTo>
                  <a:pt x="0" y="20246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25" name="pl425"/>
          <p:cNvSpPr/>
          <p:nvPr/>
        </p:nvSpPr>
        <p:spPr>
          <a:xfrm>
            <a:off x="5292110" y="4096128"/>
            <a:ext cx="0" cy="88565"/>
          </a:xfrm>
          <a:custGeom>
            <a:avLst/>
            <a:gdLst/>
            <a:ahLst/>
            <a:cxnLst/>
            <a:rect l="0" t="0" r="0" b="0"/>
            <a:pathLst>
              <a:path h="36228">
                <a:moveTo>
                  <a:pt x="0" y="0"/>
                </a:moveTo>
                <a:lnTo>
                  <a:pt x="0" y="36228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26" name="pg426"/>
          <p:cNvSpPr/>
          <p:nvPr/>
        </p:nvSpPr>
        <p:spPr>
          <a:xfrm>
            <a:off x="5240219" y="4015039"/>
            <a:ext cx="103782" cy="81090"/>
          </a:xfrm>
          <a:custGeom>
            <a:avLst/>
            <a:gdLst/>
            <a:ahLst/>
            <a:cxnLst/>
            <a:rect l="0" t="0" r="0" b="0"/>
            <a:pathLst>
              <a:path w="42858" h="33170">
                <a:moveTo>
                  <a:pt x="0" y="0"/>
                </a:moveTo>
                <a:lnTo>
                  <a:pt x="0" y="33170"/>
                </a:lnTo>
                <a:lnTo>
                  <a:pt x="42858" y="33170"/>
                </a:lnTo>
                <a:lnTo>
                  <a:pt x="42858" y="0"/>
                </a:lnTo>
                <a:close/>
              </a:path>
            </a:pathLst>
          </a:custGeom>
          <a:solidFill>
            <a:srgbClr val="C49A00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27" name="pl427"/>
          <p:cNvSpPr/>
          <p:nvPr/>
        </p:nvSpPr>
        <p:spPr>
          <a:xfrm>
            <a:off x="5240219" y="4039625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28" name="pl428"/>
          <p:cNvSpPr/>
          <p:nvPr/>
        </p:nvSpPr>
        <p:spPr>
          <a:xfrm>
            <a:off x="5430488" y="3989485"/>
            <a:ext cx="0" cy="42315"/>
          </a:xfrm>
          <a:custGeom>
            <a:avLst/>
            <a:gdLst/>
            <a:ahLst/>
            <a:cxnLst/>
            <a:rect l="0" t="0" r="0" b="0"/>
            <a:pathLst>
              <a:path h="17309">
                <a:moveTo>
                  <a:pt x="0" y="17309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29" name="pl429"/>
          <p:cNvSpPr/>
          <p:nvPr/>
        </p:nvSpPr>
        <p:spPr>
          <a:xfrm>
            <a:off x="5430488" y="4130109"/>
            <a:ext cx="0" cy="52939"/>
          </a:xfrm>
          <a:custGeom>
            <a:avLst/>
            <a:gdLst/>
            <a:ahLst/>
            <a:cxnLst/>
            <a:rect l="0" t="0" r="0" b="0"/>
            <a:pathLst>
              <a:path h="21655">
                <a:moveTo>
                  <a:pt x="0" y="0"/>
                </a:moveTo>
                <a:lnTo>
                  <a:pt x="0" y="21655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30" name="pg430"/>
          <p:cNvSpPr/>
          <p:nvPr/>
        </p:nvSpPr>
        <p:spPr>
          <a:xfrm>
            <a:off x="5378595" y="4031799"/>
            <a:ext cx="103782" cy="98307"/>
          </a:xfrm>
          <a:custGeom>
            <a:avLst/>
            <a:gdLst/>
            <a:ahLst/>
            <a:cxnLst/>
            <a:rect l="0" t="0" r="0" b="0"/>
            <a:pathLst>
              <a:path w="42858" h="40213">
                <a:moveTo>
                  <a:pt x="0" y="0"/>
                </a:moveTo>
                <a:lnTo>
                  <a:pt x="0" y="40213"/>
                </a:lnTo>
                <a:lnTo>
                  <a:pt x="42858" y="40213"/>
                </a:lnTo>
                <a:lnTo>
                  <a:pt x="42858" y="0"/>
                </a:lnTo>
                <a:close/>
              </a:path>
            </a:pathLst>
          </a:custGeom>
          <a:solidFill>
            <a:srgbClr val="53B400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31" name="pl431"/>
          <p:cNvSpPr/>
          <p:nvPr/>
        </p:nvSpPr>
        <p:spPr>
          <a:xfrm>
            <a:off x="5378595" y="4092948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32" name="pt432"/>
          <p:cNvSpPr/>
          <p:nvPr/>
        </p:nvSpPr>
        <p:spPr>
          <a:xfrm>
            <a:off x="5508750" y="4340977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33" name="pl433"/>
          <p:cNvSpPr/>
          <p:nvPr/>
        </p:nvSpPr>
        <p:spPr>
          <a:xfrm>
            <a:off x="5568867" y="3967852"/>
            <a:ext cx="0" cy="63945"/>
          </a:xfrm>
          <a:custGeom>
            <a:avLst/>
            <a:gdLst/>
            <a:ahLst/>
            <a:cxnLst/>
            <a:rect l="0" t="0" r="0" b="0"/>
            <a:pathLst>
              <a:path h="26157">
                <a:moveTo>
                  <a:pt x="0" y="2615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34" name="pl434"/>
          <p:cNvSpPr/>
          <p:nvPr/>
        </p:nvSpPr>
        <p:spPr>
          <a:xfrm>
            <a:off x="5568867" y="4131007"/>
            <a:ext cx="0" cy="143177"/>
          </a:xfrm>
          <a:custGeom>
            <a:avLst/>
            <a:gdLst/>
            <a:ahLst/>
            <a:cxnLst/>
            <a:rect l="0" t="0" r="0" b="0"/>
            <a:pathLst>
              <a:path h="58567">
                <a:moveTo>
                  <a:pt x="0" y="0"/>
                </a:moveTo>
                <a:lnTo>
                  <a:pt x="0" y="58567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35" name="pg435"/>
          <p:cNvSpPr/>
          <p:nvPr/>
        </p:nvSpPr>
        <p:spPr>
          <a:xfrm>
            <a:off x="5516973" y="4031799"/>
            <a:ext cx="103782" cy="99207"/>
          </a:xfrm>
          <a:custGeom>
            <a:avLst/>
            <a:gdLst/>
            <a:ahLst/>
            <a:cxnLst/>
            <a:rect l="0" t="0" r="0" b="0"/>
            <a:pathLst>
              <a:path w="42858" h="40581">
                <a:moveTo>
                  <a:pt x="0" y="0"/>
                </a:moveTo>
                <a:lnTo>
                  <a:pt x="0" y="40581"/>
                </a:lnTo>
                <a:lnTo>
                  <a:pt x="42858" y="40581"/>
                </a:lnTo>
                <a:lnTo>
                  <a:pt x="42858" y="0"/>
                </a:lnTo>
                <a:close/>
              </a:path>
            </a:pathLst>
          </a:custGeom>
          <a:solidFill>
            <a:srgbClr val="00C094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36" name="pl436"/>
          <p:cNvSpPr/>
          <p:nvPr/>
        </p:nvSpPr>
        <p:spPr>
          <a:xfrm>
            <a:off x="5516973" y="4085174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37" name="pt437"/>
          <p:cNvSpPr/>
          <p:nvPr/>
        </p:nvSpPr>
        <p:spPr>
          <a:xfrm>
            <a:off x="5647126" y="4412669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38" name="pl438"/>
          <p:cNvSpPr/>
          <p:nvPr/>
        </p:nvSpPr>
        <p:spPr>
          <a:xfrm>
            <a:off x="5707243" y="4053154"/>
            <a:ext cx="0" cy="79400"/>
          </a:xfrm>
          <a:custGeom>
            <a:avLst/>
            <a:gdLst/>
            <a:ahLst/>
            <a:cxnLst/>
            <a:rect l="0" t="0" r="0" b="0"/>
            <a:pathLst>
              <a:path h="32479">
                <a:moveTo>
                  <a:pt x="0" y="32479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39" name="pl439"/>
          <p:cNvSpPr/>
          <p:nvPr/>
        </p:nvSpPr>
        <p:spPr>
          <a:xfrm>
            <a:off x="5707243" y="4237663"/>
            <a:ext cx="0" cy="148831"/>
          </a:xfrm>
          <a:custGeom>
            <a:avLst/>
            <a:gdLst/>
            <a:ahLst/>
            <a:cxnLst/>
            <a:rect l="0" t="0" r="0" b="0"/>
            <a:pathLst>
              <a:path h="60880">
                <a:moveTo>
                  <a:pt x="0" y="0"/>
                </a:moveTo>
                <a:lnTo>
                  <a:pt x="0" y="6088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40" name="pg440"/>
          <p:cNvSpPr/>
          <p:nvPr/>
        </p:nvSpPr>
        <p:spPr>
          <a:xfrm>
            <a:off x="5655352" y="4132554"/>
            <a:ext cx="103782" cy="105109"/>
          </a:xfrm>
          <a:custGeom>
            <a:avLst/>
            <a:gdLst/>
            <a:ahLst/>
            <a:cxnLst/>
            <a:rect l="0" t="0" r="0" b="0"/>
            <a:pathLst>
              <a:path w="42858" h="42995">
                <a:moveTo>
                  <a:pt x="0" y="0"/>
                </a:moveTo>
                <a:lnTo>
                  <a:pt x="0" y="42995"/>
                </a:lnTo>
                <a:lnTo>
                  <a:pt x="42858" y="42995"/>
                </a:lnTo>
                <a:lnTo>
                  <a:pt x="42858" y="0"/>
                </a:lnTo>
                <a:close/>
              </a:path>
            </a:pathLst>
          </a:custGeom>
          <a:solidFill>
            <a:srgbClr val="00B6EB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41" name="pl441"/>
          <p:cNvSpPr/>
          <p:nvPr/>
        </p:nvSpPr>
        <p:spPr>
          <a:xfrm>
            <a:off x="5655352" y="4175614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42" name="pt442"/>
          <p:cNvSpPr/>
          <p:nvPr/>
        </p:nvSpPr>
        <p:spPr>
          <a:xfrm>
            <a:off x="5785504" y="4468395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43" name="pt443"/>
          <p:cNvSpPr/>
          <p:nvPr/>
        </p:nvSpPr>
        <p:spPr>
          <a:xfrm>
            <a:off x="5785504" y="4385753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44" name="pl444"/>
          <p:cNvSpPr/>
          <p:nvPr/>
        </p:nvSpPr>
        <p:spPr>
          <a:xfrm>
            <a:off x="5845621" y="4138739"/>
            <a:ext cx="0" cy="73269"/>
          </a:xfrm>
          <a:custGeom>
            <a:avLst/>
            <a:gdLst/>
            <a:ahLst/>
            <a:cxnLst/>
            <a:rect l="0" t="0" r="0" b="0"/>
            <a:pathLst>
              <a:path h="29971">
                <a:moveTo>
                  <a:pt x="0" y="29971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45" name="pl445"/>
          <p:cNvSpPr/>
          <p:nvPr/>
        </p:nvSpPr>
        <p:spPr>
          <a:xfrm>
            <a:off x="5845621" y="4295061"/>
            <a:ext cx="0" cy="49016"/>
          </a:xfrm>
          <a:custGeom>
            <a:avLst/>
            <a:gdLst/>
            <a:ahLst/>
            <a:cxnLst/>
            <a:rect l="0" t="0" r="0" b="0"/>
            <a:pathLst>
              <a:path h="20050">
                <a:moveTo>
                  <a:pt x="0" y="0"/>
                </a:moveTo>
                <a:lnTo>
                  <a:pt x="0" y="2005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46" name="pg446"/>
          <p:cNvSpPr/>
          <p:nvPr/>
        </p:nvSpPr>
        <p:spPr>
          <a:xfrm>
            <a:off x="5793730" y="4212011"/>
            <a:ext cx="103782" cy="83048"/>
          </a:xfrm>
          <a:custGeom>
            <a:avLst/>
            <a:gdLst/>
            <a:ahLst/>
            <a:cxnLst/>
            <a:rect l="0" t="0" r="0" b="0"/>
            <a:pathLst>
              <a:path w="42858" h="33971">
                <a:moveTo>
                  <a:pt x="0" y="0"/>
                </a:moveTo>
                <a:lnTo>
                  <a:pt x="0" y="33971"/>
                </a:lnTo>
                <a:lnTo>
                  <a:pt x="42858" y="33971"/>
                </a:lnTo>
                <a:lnTo>
                  <a:pt x="42858" y="0"/>
                </a:lnTo>
                <a:close/>
              </a:path>
            </a:pathLst>
          </a:custGeom>
          <a:solidFill>
            <a:srgbClr val="A58AFF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47" name="pl447"/>
          <p:cNvSpPr/>
          <p:nvPr/>
        </p:nvSpPr>
        <p:spPr>
          <a:xfrm>
            <a:off x="5793730" y="4253245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48" name="pl448"/>
          <p:cNvSpPr/>
          <p:nvPr/>
        </p:nvSpPr>
        <p:spPr>
          <a:xfrm>
            <a:off x="5983999" y="4155619"/>
            <a:ext cx="0" cy="79080"/>
          </a:xfrm>
          <a:custGeom>
            <a:avLst/>
            <a:gdLst/>
            <a:ahLst/>
            <a:cxnLst/>
            <a:rect l="0" t="0" r="0" b="0"/>
            <a:pathLst>
              <a:path h="32348">
                <a:moveTo>
                  <a:pt x="0" y="32348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49" name="pl449"/>
          <p:cNvSpPr/>
          <p:nvPr/>
        </p:nvSpPr>
        <p:spPr>
          <a:xfrm>
            <a:off x="5983999" y="4313868"/>
            <a:ext cx="0" cy="62373"/>
          </a:xfrm>
          <a:custGeom>
            <a:avLst/>
            <a:gdLst/>
            <a:ahLst/>
            <a:cxnLst/>
            <a:rect l="0" t="0" r="0" b="0"/>
            <a:pathLst>
              <a:path h="25514">
                <a:moveTo>
                  <a:pt x="0" y="0"/>
                </a:moveTo>
                <a:lnTo>
                  <a:pt x="0" y="25514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50" name="pg450"/>
          <p:cNvSpPr/>
          <p:nvPr/>
        </p:nvSpPr>
        <p:spPr>
          <a:xfrm>
            <a:off x="5932108" y="4234702"/>
            <a:ext cx="103782" cy="79163"/>
          </a:xfrm>
          <a:custGeom>
            <a:avLst/>
            <a:gdLst/>
            <a:ahLst/>
            <a:cxnLst/>
            <a:rect l="0" t="0" r="0" b="0"/>
            <a:pathLst>
              <a:path w="42858" h="32382">
                <a:moveTo>
                  <a:pt x="0" y="0"/>
                </a:moveTo>
                <a:lnTo>
                  <a:pt x="0" y="32382"/>
                </a:lnTo>
                <a:lnTo>
                  <a:pt x="42858" y="32382"/>
                </a:lnTo>
                <a:lnTo>
                  <a:pt x="42858" y="0"/>
                </a:lnTo>
                <a:close/>
              </a:path>
            </a:pathLst>
          </a:custGeom>
          <a:solidFill>
            <a:srgbClr val="FB61D7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51" name="pl451"/>
          <p:cNvSpPr/>
          <p:nvPr/>
        </p:nvSpPr>
        <p:spPr>
          <a:xfrm>
            <a:off x="5932108" y="4280525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52" name="pl452"/>
          <p:cNvSpPr/>
          <p:nvPr/>
        </p:nvSpPr>
        <p:spPr>
          <a:xfrm>
            <a:off x="7591292" y="1733847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53" name="pl453"/>
          <p:cNvSpPr/>
          <p:nvPr/>
        </p:nvSpPr>
        <p:spPr>
          <a:xfrm>
            <a:off x="7591292" y="1580725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54" name="pl454"/>
          <p:cNvSpPr/>
          <p:nvPr/>
        </p:nvSpPr>
        <p:spPr>
          <a:xfrm>
            <a:off x="7591292" y="1427603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55" name="pl455"/>
          <p:cNvSpPr/>
          <p:nvPr/>
        </p:nvSpPr>
        <p:spPr>
          <a:xfrm>
            <a:off x="7591292" y="1274481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56" name="pl456"/>
          <p:cNvSpPr/>
          <p:nvPr/>
        </p:nvSpPr>
        <p:spPr>
          <a:xfrm>
            <a:off x="7591292" y="1810409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57" name="pl457"/>
          <p:cNvSpPr/>
          <p:nvPr/>
        </p:nvSpPr>
        <p:spPr>
          <a:xfrm>
            <a:off x="7591292" y="1657287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58" name="pl458"/>
          <p:cNvSpPr/>
          <p:nvPr/>
        </p:nvSpPr>
        <p:spPr>
          <a:xfrm>
            <a:off x="7591292" y="1504165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59" name="pl459"/>
          <p:cNvSpPr/>
          <p:nvPr/>
        </p:nvSpPr>
        <p:spPr>
          <a:xfrm>
            <a:off x="7591292" y="1351044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60" name="pl460"/>
          <p:cNvSpPr/>
          <p:nvPr/>
        </p:nvSpPr>
        <p:spPr>
          <a:xfrm>
            <a:off x="7674318" y="120407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61" name="pl461"/>
          <p:cNvSpPr/>
          <p:nvPr/>
        </p:nvSpPr>
        <p:spPr>
          <a:xfrm>
            <a:off x="7812694" y="120407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62" name="pl462"/>
          <p:cNvSpPr/>
          <p:nvPr/>
        </p:nvSpPr>
        <p:spPr>
          <a:xfrm>
            <a:off x="7951073" y="120407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63" name="pl463"/>
          <p:cNvSpPr/>
          <p:nvPr/>
        </p:nvSpPr>
        <p:spPr>
          <a:xfrm>
            <a:off x="8089451" y="120407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64" name="pl464"/>
          <p:cNvSpPr/>
          <p:nvPr/>
        </p:nvSpPr>
        <p:spPr>
          <a:xfrm>
            <a:off x="8227829" y="120407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65" name="pl465"/>
          <p:cNvSpPr/>
          <p:nvPr/>
        </p:nvSpPr>
        <p:spPr>
          <a:xfrm>
            <a:off x="8366207" y="120407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66" name="pl466"/>
          <p:cNvSpPr/>
          <p:nvPr/>
        </p:nvSpPr>
        <p:spPr>
          <a:xfrm>
            <a:off x="8504586" y="120407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67" name="pt467"/>
          <p:cNvSpPr/>
          <p:nvPr/>
        </p:nvSpPr>
        <p:spPr>
          <a:xfrm>
            <a:off x="7614202" y="1307998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68" name="pt468"/>
          <p:cNvSpPr/>
          <p:nvPr/>
        </p:nvSpPr>
        <p:spPr>
          <a:xfrm>
            <a:off x="7614202" y="1272856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69" name="pt469"/>
          <p:cNvSpPr/>
          <p:nvPr/>
        </p:nvSpPr>
        <p:spPr>
          <a:xfrm>
            <a:off x="7614202" y="1350992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0" name="pl470"/>
          <p:cNvSpPr/>
          <p:nvPr/>
        </p:nvSpPr>
        <p:spPr>
          <a:xfrm>
            <a:off x="7674318" y="1478342"/>
            <a:ext cx="0" cy="9485"/>
          </a:xfrm>
          <a:custGeom>
            <a:avLst/>
            <a:gdLst/>
            <a:ahLst/>
            <a:cxnLst/>
            <a:rect l="0" t="0" r="0" b="0"/>
            <a:pathLst>
              <a:path h="3880">
                <a:moveTo>
                  <a:pt x="0" y="388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1" name="pl471"/>
          <p:cNvSpPr/>
          <p:nvPr/>
        </p:nvSpPr>
        <p:spPr>
          <a:xfrm>
            <a:off x="7674318" y="1534895"/>
            <a:ext cx="0" cy="30236"/>
          </a:xfrm>
          <a:custGeom>
            <a:avLst/>
            <a:gdLst/>
            <a:ahLst/>
            <a:cxnLst/>
            <a:rect l="0" t="0" r="0" b="0"/>
            <a:pathLst>
              <a:path h="12368">
                <a:moveTo>
                  <a:pt x="0" y="0"/>
                </a:moveTo>
                <a:lnTo>
                  <a:pt x="0" y="12368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2" name="pg472"/>
          <p:cNvSpPr/>
          <p:nvPr/>
        </p:nvSpPr>
        <p:spPr>
          <a:xfrm>
            <a:off x="7622425" y="1487830"/>
            <a:ext cx="103782" cy="47065"/>
          </a:xfrm>
          <a:custGeom>
            <a:avLst/>
            <a:gdLst/>
            <a:ahLst/>
            <a:cxnLst/>
            <a:rect l="0" t="0" r="0" b="0"/>
            <a:pathLst>
              <a:path w="42858" h="19252">
                <a:moveTo>
                  <a:pt x="0" y="0"/>
                </a:moveTo>
                <a:lnTo>
                  <a:pt x="0" y="19252"/>
                </a:lnTo>
                <a:lnTo>
                  <a:pt x="42858" y="19252"/>
                </a:lnTo>
                <a:lnTo>
                  <a:pt x="42858" y="0"/>
                </a:lnTo>
                <a:close/>
              </a:path>
            </a:pathLst>
          </a:custGeom>
          <a:solidFill>
            <a:srgbClr val="F8766D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73" name="pl473"/>
          <p:cNvSpPr/>
          <p:nvPr/>
        </p:nvSpPr>
        <p:spPr>
          <a:xfrm>
            <a:off x="7622425" y="1518882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74" name="pt474"/>
          <p:cNvSpPr/>
          <p:nvPr/>
        </p:nvSpPr>
        <p:spPr>
          <a:xfrm>
            <a:off x="7752580" y="1370799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5" name="pt475"/>
          <p:cNvSpPr/>
          <p:nvPr/>
        </p:nvSpPr>
        <p:spPr>
          <a:xfrm>
            <a:off x="7752580" y="1319908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6" name="pl476"/>
          <p:cNvSpPr/>
          <p:nvPr/>
        </p:nvSpPr>
        <p:spPr>
          <a:xfrm>
            <a:off x="7812694" y="1527219"/>
            <a:ext cx="0" cy="20503"/>
          </a:xfrm>
          <a:custGeom>
            <a:avLst/>
            <a:gdLst/>
            <a:ahLst/>
            <a:cxnLst/>
            <a:rect l="0" t="0" r="0" b="0"/>
            <a:pathLst>
              <a:path h="8387">
                <a:moveTo>
                  <a:pt x="0" y="838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7" name="pl477"/>
          <p:cNvSpPr/>
          <p:nvPr/>
        </p:nvSpPr>
        <p:spPr>
          <a:xfrm>
            <a:off x="7812694" y="1615889"/>
            <a:ext cx="0" cy="36020"/>
          </a:xfrm>
          <a:custGeom>
            <a:avLst/>
            <a:gdLst/>
            <a:ahLst/>
            <a:cxnLst/>
            <a:rect l="0" t="0" r="0" b="0"/>
            <a:pathLst>
              <a:path h="14734">
                <a:moveTo>
                  <a:pt x="0" y="0"/>
                </a:moveTo>
                <a:lnTo>
                  <a:pt x="0" y="14734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78" name="pg478"/>
          <p:cNvSpPr/>
          <p:nvPr/>
        </p:nvSpPr>
        <p:spPr>
          <a:xfrm>
            <a:off x="7760803" y="1547725"/>
            <a:ext cx="103782" cy="68165"/>
          </a:xfrm>
          <a:custGeom>
            <a:avLst/>
            <a:gdLst/>
            <a:ahLst/>
            <a:cxnLst/>
            <a:rect l="0" t="0" r="0" b="0"/>
            <a:pathLst>
              <a:path w="42858" h="27883">
                <a:moveTo>
                  <a:pt x="0" y="0"/>
                </a:moveTo>
                <a:lnTo>
                  <a:pt x="0" y="27883"/>
                </a:lnTo>
                <a:lnTo>
                  <a:pt x="42858" y="27883"/>
                </a:lnTo>
                <a:lnTo>
                  <a:pt x="42858" y="0"/>
                </a:lnTo>
                <a:close/>
              </a:path>
            </a:pathLst>
          </a:custGeom>
          <a:solidFill>
            <a:srgbClr val="C49A00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79" name="pl479"/>
          <p:cNvSpPr/>
          <p:nvPr/>
        </p:nvSpPr>
        <p:spPr>
          <a:xfrm>
            <a:off x="7760803" y="1577620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80" name="pt480"/>
          <p:cNvSpPr/>
          <p:nvPr/>
        </p:nvSpPr>
        <p:spPr>
          <a:xfrm>
            <a:off x="7890956" y="1173135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81" name="pl481"/>
          <p:cNvSpPr/>
          <p:nvPr/>
        </p:nvSpPr>
        <p:spPr>
          <a:xfrm>
            <a:off x="7951073" y="1408241"/>
            <a:ext cx="0" cy="17228"/>
          </a:xfrm>
          <a:custGeom>
            <a:avLst/>
            <a:gdLst/>
            <a:ahLst/>
            <a:cxnLst/>
            <a:rect l="0" t="0" r="0" b="0"/>
            <a:pathLst>
              <a:path h="7047">
                <a:moveTo>
                  <a:pt x="0" y="704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82" name="pl482"/>
          <p:cNvSpPr/>
          <p:nvPr/>
        </p:nvSpPr>
        <p:spPr>
          <a:xfrm>
            <a:off x="7951073" y="1508937"/>
            <a:ext cx="0" cy="33446"/>
          </a:xfrm>
          <a:custGeom>
            <a:avLst/>
            <a:gdLst/>
            <a:ahLst/>
            <a:cxnLst/>
            <a:rect l="0" t="0" r="0" b="0"/>
            <a:pathLst>
              <a:path h="13681">
                <a:moveTo>
                  <a:pt x="0" y="0"/>
                </a:moveTo>
                <a:lnTo>
                  <a:pt x="0" y="13681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83" name="pg483"/>
          <p:cNvSpPr/>
          <p:nvPr/>
        </p:nvSpPr>
        <p:spPr>
          <a:xfrm>
            <a:off x="7899182" y="1425469"/>
            <a:ext cx="103782" cy="83466"/>
          </a:xfrm>
          <a:custGeom>
            <a:avLst/>
            <a:gdLst/>
            <a:ahLst/>
            <a:cxnLst/>
            <a:rect l="0" t="0" r="0" b="0"/>
            <a:pathLst>
              <a:path w="42858" h="34142">
                <a:moveTo>
                  <a:pt x="0" y="0"/>
                </a:moveTo>
                <a:lnTo>
                  <a:pt x="0" y="34142"/>
                </a:lnTo>
                <a:lnTo>
                  <a:pt x="42858" y="34142"/>
                </a:lnTo>
                <a:lnTo>
                  <a:pt x="42858" y="0"/>
                </a:lnTo>
                <a:close/>
              </a:path>
            </a:pathLst>
          </a:custGeom>
          <a:solidFill>
            <a:srgbClr val="53B400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84" name="pl484"/>
          <p:cNvSpPr/>
          <p:nvPr/>
        </p:nvSpPr>
        <p:spPr>
          <a:xfrm>
            <a:off x="7899182" y="1502967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85" name="pt485"/>
          <p:cNvSpPr/>
          <p:nvPr/>
        </p:nvSpPr>
        <p:spPr>
          <a:xfrm>
            <a:off x="8029334" y="1330261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86" name="pt486"/>
          <p:cNvSpPr/>
          <p:nvPr/>
        </p:nvSpPr>
        <p:spPr>
          <a:xfrm>
            <a:off x="8029334" y="1272787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87" name="pt487"/>
          <p:cNvSpPr/>
          <p:nvPr/>
        </p:nvSpPr>
        <p:spPr>
          <a:xfrm>
            <a:off x="8029334" y="1361338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88" name="pt488"/>
          <p:cNvSpPr/>
          <p:nvPr/>
        </p:nvSpPr>
        <p:spPr>
          <a:xfrm>
            <a:off x="8029334" y="1342825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89" name="pl489"/>
          <p:cNvSpPr/>
          <p:nvPr/>
        </p:nvSpPr>
        <p:spPr>
          <a:xfrm>
            <a:off x="8089451" y="1495663"/>
            <a:ext cx="0" cy="9111"/>
          </a:xfrm>
          <a:custGeom>
            <a:avLst/>
            <a:gdLst/>
            <a:ahLst/>
            <a:cxnLst/>
            <a:rect l="0" t="0" r="0" b="0"/>
            <a:pathLst>
              <a:path h="3727">
                <a:moveTo>
                  <a:pt x="0" y="372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90" name="pl490"/>
          <p:cNvSpPr/>
          <p:nvPr/>
        </p:nvSpPr>
        <p:spPr>
          <a:xfrm>
            <a:off x="8089451" y="1553345"/>
            <a:ext cx="0" cy="21154"/>
          </a:xfrm>
          <a:custGeom>
            <a:avLst/>
            <a:gdLst/>
            <a:ahLst/>
            <a:cxnLst/>
            <a:rect l="0" t="0" r="0" b="0"/>
            <a:pathLst>
              <a:path h="8653">
                <a:moveTo>
                  <a:pt x="0" y="0"/>
                </a:moveTo>
                <a:lnTo>
                  <a:pt x="0" y="8653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91" name="pg491"/>
          <p:cNvSpPr/>
          <p:nvPr/>
        </p:nvSpPr>
        <p:spPr>
          <a:xfrm>
            <a:off x="8037560" y="1504777"/>
            <a:ext cx="103782" cy="48566"/>
          </a:xfrm>
          <a:custGeom>
            <a:avLst/>
            <a:gdLst/>
            <a:ahLst/>
            <a:cxnLst/>
            <a:rect l="0" t="0" r="0" b="0"/>
            <a:pathLst>
              <a:path w="42858" h="19866">
                <a:moveTo>
                  <a:pt x="0" y="0"/>
                </a:moveTo>
                <a:lnTo>
                  <a:pt x="0" y="19866"/>
                </a:lnTo>
                <a:lnTo>
                  <a:pt x="42858" y="19866"/>
                </a:lnTo>
                <a:lnTo>
                  <a:pt x="42858" y="0"/>
                </a:lnTo>
                <a:close/>
              </a:path>
            </a:pathLst>
          </a:custGeom>
          <a:solidFill>
            <a:srgbClr val="00C094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92" name="pl492"/>
          <p:cNvSpPr/>
          <p:nvPr/>
        </p:nvSpPr>
        <p:spPr>
          <a:xfrm>
            <a:off x="8037560" y="1528644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93" name="pl493"/>
          <p:cNvSpPr/>
          <p:nvPr/>
        </p:nvSpPr>
        <p:spPr>
          <a:xfrm>
            <a:off x="8227829" y="1337754"/>
            <a:ext cx="0" cy="138625"/>
          </a:xfrm>
          <a:custGeom>
            <a:avLst/>
            <a:gdLst/>
            <a:ahLst/>
            <a:cxnLst/>
            <a:rect l="0" t="0" r="0" b="0"/>
            <a:pathLst>
              <a:path h="56705">
                <a:moveTo>
                  <a:pt x="0" y="56705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94" name="pl494"/>
          <p:cNvSpPr/>
          <p:nvPr/>
        </p:nvSpPr>
        <p:spPr>
          <a:xfrm>
            <a:off x="8227829" y="1585776"/>
            <a:ext cx="0" cy="41662"/>
          </a:xfrm>
          <a:custGeom>
            <a:avLst/>
            <a:gdLst/>
            <a:ahLst/>
            <a:cxnLst/>
            <a:rect l="0" t="0" r="0" b="0"/>
            <a:pathLst>
              <a:path h="17042">
                <a:moveTo>
                  <a:pt x="0" y="0"/>
                </a:moveTo>
                <a:lnTo>
                  <a:pt x="0" y="17042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95" name="pg495"/>
          <p:cNvSpPr/>
          <p:nvPr/>
        </p:nvSpPr>
        <p:spPr>
          <a:xfrm>
            <a:off x="8175938" y="1476382"/>
            <a:ext cx="103782" cy="109392"/>
          </a:xfrm>
          <a:custGeom>
            <a:avLst/>
            <a:gdLst/>
            <a:ahLst/>
            <a:cxnLst/>
            <a:rect l="0" t="0" r="0" b="0"/>
            <a:pathLst>
              <a:path w="42858" h="44747">
                <a:moveTo>
                  <a:pt x="0" y="0"/>
                </a:moveTo>
                <a:lnTo>
                  <a:pt x="0" y="44747"/>
                </a:lnTo>
                <a:lnTo>
                  <a:pt x="42858" y="44747"/>
                </a:lnTo>
                <a:lnTo>
                  <a:pt x="42858" y="0"/>
                </a:lnTo>
                <a:close/>
              </a:path>
            </a:pathLst>
          </a:custGeom>
          <a:solidFill>
            <a:srgbClr val="00B6EB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96" name="pl496"/>
          <p:cNvSpPr/>
          <p:nvPr/>
        </p:nvSpPr>
        <p:spPr>
          <a:xfrm>
            <a:off x="8175938" y="1534863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497" name="pl497"/>
          <p:cNvSpPr/>
          <p:nvPr/>
        </p:nvSpPr>
        <p:spPr>
          <a:xfrm>
            <a:off x="8366207" y="1399864"/>
            <a:ext cx="0" cy="181702"/>
          </a:xfrm>
          <a:custGeom>
            <a:avLst/>
            <a:gdLst/>
            <a:ahLst/>
            <a:cxnLst/>
            <a:rect l="0" t="0" r="0" b="0"/>
            <a:pathLst>
              <a:path h="74326">
                <a:moveTo>
                  <a:pt x="0" y="74326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98" name="pl498"/>
          <p:cNvSpPr/>
          <p:nvPr/>
        </p:nvSpPr>
        <p:spPr>
          <a:xfrm>
            <a:off x="8366207" y="1707278"/>
            <a:ext cx="0" cy="121698"/>
          </a:xfrm>
          <a:custGeom>
            <a:avLst/>
            <a:gdLst/>
            <a:ahLst/>
            <a:cxnLst/>
            <a:rect l="0" t="0" r="0" b="0"/>
            <a:pathLst>
              <a:path h="49781">
                <a:moveTo>
                  <a:pt x="0" y="0"/>
                </a:moveTo>
                <a:lnTo>
                  <a:pt x="0" y="49781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99" name="pg499"/>
          <p:cNvSpPr/>
          <p:nvPr/>
        </p:nvSpPr>
        <p:spPr>
          <a:xfrm>
            <a:off x="8314314" y="1581566"/>
            <a:ext cx="103782" cy="125710"/>
          </a:xfrm>
          <a:custGeom>
            <a:avLst/>
            <a:gdLst/>
            <a:ahLst/>
            <a:cxnLst/>
            <a:rect l="0" t="0" r="0" b="0"/>
            <a:pathLst>
              <a:path w="42858" h="51422">
                <a:moveTo>
                  <a:pt x="0" y="0"/>
                </a:moveTo>
                <a:lnTo>
                  <a:pt x="0" y="51422"/>
                </a:lnTo>
                <a:lnTo>
                  <a:pt x="42858" y="51422"/>
                </a:lnTo>
                <a:lnTo>
                  <a:pt x="42858" y="0"/>
                </a:lnTo>
                <a:close/>
              </a:path>
            </a:pathLst>
          </a:custGeom>
          <a:solidFill>
            <a:srgbClr val="A58AFF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00" name="pl500"/>
          <p:cNvSpPr/>
          <p:nvPr/>
        </p:nvSpPr>
        <p:spPr>
          <a:xfrm>
            <a:off x="8314314" y="1671310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01" name="pl501"/>
          <p:cNvSpPr/>
          <p:nvPr/>
        </p:nvSpPr>
        <p:spPr>
          <a:xfrm>
            <a:off x="8504586" y="1330733"/>
            <a:ext cx="0" cy="173484"/>
          </a:xfrm>
          <a:custGeom>
            <a:avLst/>
            <a:gdLst/>
            <a:ahLst/>
            <a:cxnLst/>
            <a:rect l="0" t="0" r="0" b="0"/>
            <a:pathLst>
              <a:path h="70964">
                <a:moveTo>
                  <a:pt x="0" y="7096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02" name="pl502"/>
          <p:cNvSpPr/>
          <p:nvPr/>
        </p:nvSpPr>
        <p:spPr>
          <a:xfrm>
            <a:off x="8504586" y="1668085"/>
            <a:ext cx="0" cy="137855"/>
          </a:xfrm>
          <a:custGeom>
            <a:avLst/>
            <a:gdLst/>
            <a:ahLst/>
            <a:cxnLst/>
            <a:rect l="0" t="0" r="0" b="0"/>
            <a:pathLst>
              <a:path h="56390">
                <a:moveTo>
                  <a:pt x="0" y="0"/>
                </a:moveTo>
                <a:lnTo>
                  <a:pt x="0" y="5639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03" name="pg503"/>
          <p:cNvSpPr/>
          <p:nvPr/>
        </p:nvSpPr>
        <p:spPr>
          <a:xfrm>
            <a:off x="8452692" y="1504217"/>
            <a:ext cx="103782" cy="163866"/>
          </a:xfrm>
          <a:custGeom>
            <a:avLst/>
            <a:gdLst/>
            <a:ahLst/>
            <a:cxnLst/>
            <a:rect l="0" t="0" r="0" b="0"/>
            <a:pathLst>
              <a:path w="42858" h="67030">
                <a:moveTo>
                  <a:pt x="0" y="0"/>
                </a:moveTo>
                <a:lnTo>
                  <a:pt x="0" y="67030"/>
                </a:lnTo>
                <a:lnTo>
                  <a:pt x="42858" y="67030"/>
                </a:lnTo>
                <a:lnTo>
                  <a:pt x="42858" y="0"/>
                </a:lnTo>
                <a:close/>
              </a:path>
            </a:pathLst>
          </a:custGeom>
          <a:solidFill>
            <a:srgbClr val="FB61D7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04" name="pl504"/>
          <p:cNvSpPr/>
          <p:nvPr/>
        </p:nvSpPr>
        <p:spPr>
          <a:xfrm>
            <a:off x="8452692" y="1632877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05" name="pl505"/>
          <p:cNvSpPr/>
          <p:nvPr/>
        </p:nvSpPr>
        <p:spPr>
          <a:xfrm>
            <a:off x="7591292" y="3174904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06" name="pl506"/>
          <p:cNvSpPr/>
          <p:nvPr/>
        </p:nvSpPr>
        <p:spPr>
          <a:xfrm>
            <a:off x="7591292" y="3011509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07" name="pl507"/>
          <p:cNvSpPr/>
          <p:nvPr/>
        </p:nvSpPr>
        <p:spPr>
          <a:xfrm>
            <a:off x="7591292" y="2848115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08" name="pl508"/>
          <p:cNvSpPr/>
          <p:nvPr/>
        </p:nvSpPr>
        <p:spPr>
          <a:xfrm>
            <a:off x="7591292" y="2684723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09" name="pl509"/>
          <p:cNvSpPr/>
          <p:nvPr/>
        </p:nvSpPr>
        <p:spPr>
          <a:xfrm>
            <a:off x="7591292" y="3093208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10" name="pl510"/>
          <p:cNvSpPr/>
          <p:nvPr/>
        </p:nvSpPr>
        <p:spPr>
          <a:xfrm>
            <a:off x="7591292" y="2929813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11" name="pl511"/>
          <p:cNvSpPr/>
          <p:nvPr/>
        </p:nvSpPr>
        <p:spPr>
          <a:xfrm>
            <a:off x="7591292" y="2766419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12" name="pl512"/>
          <p:cNvSpPr/>
          <p:nvPr/>
        </p:nvSpPr>
        <p:spPr>
          <a:xfrm>
            <a:off x="7591292" y="2603025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13" name="pl513"/>
          <p:cNvSpPr/>
          <p:nvPr/>
        </p:nvSpPr>
        <p:spPr>
          <a:xfrm>
            <a:off x="7674318" y="2554124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14" name="pl514"/>
          <p:cNvSpPr/>
          <p:nvPr/>
        </p:nvSpPr>
        <p:spPr>
          <a:xfrm>
            <a:off x="7812694" y="2554124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15" name="pl515"/>
          <p:cNvSpPr/>
          <p:nvPr/>
        </p:nvSpPr>
        <p:spPr>
          <a:xfrm>
            <a:off x="7951073" y="2554124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16" name="pl516"/>
          <p:cNvSpPr/>
          <p:nvPr/>
        </p:nvSpPr>
        <p:spPr>
          <a:xfrm>
            <a:off x="8089451" y="2554124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17" name="pl517"/>
          <p:cNvSpPr/>
          <p:nvPr/>
        </p:nvSpPr>
        <p:spPr>
          <a:xfrm>
            <a:off x="8227829" y="2554124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18" name="pl518"/>
          <p:cNvSpPr/>
          <p:nvPr/>
        </p:nvSpPr>
        <p:spPr>
          <a:xfrm>
            <a:off x="8366207" y="2554124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19" name="pl519"/>
          <p:cNvSpPr/>
          <p:nvPr/>
        </p:nvSpPr>
        <p:spPr>
          <a:xfrm>
            <a:off x="8504586" y="2554124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20" name="pl520"/>
          <p:cNvSpPr/>
          <p:nvPr/>
        </p:nvSpPr>
        <p:spPr>
          <a:xfrm>
            <a:off x="7674318" y="2583883"/>
            <a:ext cx="0" cy="51296"/>
          </a:xfrm>
          <a:custGeom>
            <a:avLst/>
            <a:gdLst/>
            <a:ahLst/>
            <a:cxnLst/>
            <a:rect l="0" t="0" r="0" b="0"/>
            <a:pathLst>
              <a:path h="20983">
                <a:moveTo>
                  <a:pt x="0" y="20983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21" name="pl521"/>
          <p:cNvSpPr/>
          <p:nvPr/>
        </p:nvSpPr>
        <p:spPr>
          <a:xfrm>
            <a:off x="7674318" y="2677066"/>
            <a:ext cx="0" cy="44723"/>
          </a:xfrm>
          <a:custGeom>
            <a:avLst/>
            <a:gdLst/>
            <a:ahLst/>
            <a:cxnLst/>
            <a:rect l="0" t="0" r="0" b="0"/>
            <a:pathLst>
              <a:path h="18294">
                <a:moveTo>
                  <a:pt x="0" y="0"/>
                </a:moveTo>
                <a:lnTo>
                  <a:pt x="0" y="18294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22" name="pg522"/>
          <p:cNvSpPr/>
          <p:nvPr/>
        </p:nvSpPr>
        <p:spPr>
          <a:xfrm>
            <a:off x="7622425" y="2635179"/>
            <a:ext cx="103782" cy="41885"/>
          </a:xfrm>
          <a:custGeom>
            <a:avLst/>
            <a:gdLst/>
            <a:ahLst/>
            <a:cxnLst/>
            <a:rect l="0" t="0" r="0" b="0"/>
            <a:pathLst>
              <a:path w="42858" h="17133">
                <a:moveTo>
                  <a:pt x="0" y="0"/>
                </a:moveTo>
                <a:lnTo>
                  <a:pt x="0" y="17133"/>
                </a:lnTo>
                <a:lnTo>
                  <a:pt x="42858" y="17133"/>
                </a:lnTo>
                <a:lnTo>
                  <a:pt x="42858" y="0"/>
                </a:lnTo>
                <a:close/>
              </a:path>
            </a:pathLst>
          </a:custGeom>
          <a:solidFill>
            <a:srgbClr val="F8766D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23" name="pl523"/>
          <p:cNvSpPr/>
          <p:nvPr/>
        </p:nvSpPr>
        <p:spPr>
          <a:xfrm>
            <a:off x="7622425" y="2651647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24" name="pt524"/>
          <p:cNvSpPr/>
          <p:nvPr/>
        </p:nvSpPr>
        <p:spPr>
          <a:xfrm>
            <a:off x="7752580" y="2650972"/>
            <a:ext cx="120231" cy="121380"/>
          </a:xfrm>
          <a:prstGeom prst="ellipse">
            <a:avLst/>
          </a:prstGeom>
          <a:solidFill>
            <a:srgbClr val="333333">
              <a:alpha val="100000"/>
            </a:srgbClr>
          </a:solidFill>
          <a:ln w="9000" cap="rnd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25" name="pl525"/>
          <p:cNvSpPr/>
          <p:nvPr/>
        </p:nvSpPr>
        <p:spPr>
          <a:xfrm>
            <a:off x="7812694" y="2725197"/>
            <a:ext cx="0" cy="31663"/>
          </a:xfrm>
          <a:custGeom>
            <a:avLst/>
            <a:gdLst/>
            <a:ahLst/>
            <a:cxnLst/>
            <a:rect l="0" t="0" r="0" b="0"/>
            <a:pathLst>
              <a:path h="12952">
                <a:moveTo>
                  <a:pt x="0" y="12952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26" name="pl526"/>
          <p:cNvSpPr/>
          <p:nvPr/>
        </p:nvSpPr>
        <p:spPr>
          <a:xfrm>
            <a:off x="7812694" y="2786402"/>
            <a:ext cx="0" cy="38501"/>
          </a:xfrm>
          <a:custGeom>
            <a:avLst/>
            <a:gdLst/>
            <a:ahLst/>
            <a:cxnLst/>
            <a:rect l="0" t="0" r="0" b="0"/>
            <a:pathLst>
              <a:path h="15749">
                <a:moveTo>
                  <a:pt x="0" y="0"/>
                </a:moveTo>
                <a:lnTo>
                  <a:pt x="0" y="15749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27" name="pg527"/>
          <p:cNvSpPr/>
          <p:nvPr/>
        </p:nvSpPr>
        <p:spPr>
          <a:xfrm>
            <a:off x="7760803" y="2756860"/>
            <a:ext cx="103782" cy="29539"/>
          </a:xfrm>
          <a:custGeom>
            <a:avLst/>
            <a:gdLst/>
            <a:ahLst/>
            <a:cxnLst/>
            <a:rect l="0" t="0" r="0" b="0"/>
            <a:pathLst>
              <a:path w="42858" h="12083">
                <a:moveTo>
                  <a:pt x="0" y="0"/>
                </a:moveTo>
                <a:lnTo>
                  <a:pt x="0" y="12083"/>
                </a:lnTo>
                <a:lnTo>
                  <a:pt x="42858" y="12083"/>
                </a:lnTo>
                <a:lnTo>
                  <a:pt x="42858" y="0"/>
                </a:lnTo>
                <a:close/>
              </a:path>
            </a:pathLst>
          </a:custGeom>
          <a:solidFill>
            <a:srgbClr val="C49A00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28" name="pl528"/>
          <p:cNvSpPr/>
          <p:nvPr/>
        </p:nvSpPr>
        <p:spPr>
          <a:xfrm>
            <a:off x="7760803" y="2766732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29" name="pl529"/>
          <p:cNvSpPr/>
          <p:nvPr/>
        </p:nvSpPr>
        <p:spPr>
          <a:xfrm>
            <a:off x="7951073" y="2742351"/>
            <a:ext cx="0" cy="7781"/>
          </a:xfrm>
          <a:custGeom>
            <a:avLst/>
            <a:gdLst/>
            <a:ahLst/>
            <a:cxnLst/>
            <a:rect l="0" t="0" r="0" b="0"/>
            <a:pathLst>
              <a:path h="3183">
                <a:moveTo>
                  <a:pt x="0" y="3183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30" name="pl530"/>
          <p:cNvSpPr/>
          <p:nvPr/>
        </p:nvSpPr>
        <p:spPr>
          <a:xfrm>
            <a:off x="7951073" y="2793574"/>
            <a:ext cx="0" cy="11820"/>
          </a:xfrm>
          <a:custGeom>
            <a:avLst/>
            <a:gdLst/>
            <a:ahLst/>
            <a:cxnLst/>
            <a:rect l="0" t="0" r="0" b="0"/>
            <a:pathLst>
              <a:path h="4835">
                <a:moveTo>
                  <a:pt x="0" y="0"/>
                </a:moveTo>
                <a:lnTo>
                  <a:pt x="0" y="4835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31" name="pg531"/>
          <p:cNvSpPr/>
          <p:nvPr/>
        </p:nvSpPr>
        <p:spPr>
          <a:xfrm>
            <a:off x="7899182" y="2750133"/>
            <a:ext cx="103782" cy="43442"/>
          </a:xfrm>
          <a:custGeom>
            <a:avLst/>
            <a:gdLst/>
            <a:ahLst/>
            <a:cxnLst/>
            <a:rect l="0" t="0" r="0" b="0"/>
            <a:pathLst>
              <a:path w="42858" h="17770">
                <a:moveTo>
                  <a:pt x="0" y="0"/>
                </a:moveTo>
                <a:lnTo>
                  <a:pt x="0" y="17770"/>
                </a:lnTo>
                <a:lnTo>
                  <a:pt x="42858" y="17770"/>
                </a:lnTo>
                <a:lnTo>
                  <a:pt x="42858" y="0"/>
                </a:lnTo>
                <a:close/>
              </a:path>
            </a:pathLst>
          </a:custGeom>
          <a:solidFill>
            <a:srgbClr val="53B400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32" name="pl532"/>
          <p:cNvSpPr/>
          <p:nvPr/>
        </p:nvSpPr>
        <p:spPr>
          <a:xfrm>
            <a:off x="7899182" y="2759459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33" name="pl533"/>
          <p:cNvSpPr/>
          <p:nvPr/>
        </p:nvSpPr>
        <p:spPr>
          <a:xfrm>
            <a:off x="8089451" y="2747727"/>
            <a:ext cx="0" cy="56049"/>
          </a:xfrm>
          <a:custGeom>
            <a:avLst/>
            <a:gdLst/>
            <a:ahLst/>
            <a:cxnLst/>
            <a:rect l="0" t="0" r="0" b="0"/>
            <a:pathLst>
              <a:path h="22927">
                <a:moveTo>
                  <a:pt x="0" y="2292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34" name="pl534"/>
          <p:cNvSpPr/>
          <p:nvPr/>
        </p:nvSpPr>
        <p:spPr>
          <a:xfrm>
            <a:off x="8089451" y="2859781"/>
            <a:ext cx="0" cy="39948"/>
          </a:xfrm>
          <a:custGeom>
            <a:avLst/>
            <a:gdLst/>
            <a:ahLst/>
            <a:cxnLst/>
            <a:rect l="0" t="0" r="0" b="0"/>
            <a:pathLst>
              <a:path h="16341">
                <a:moveTo>
                  <a:pt x="0" y="0"/>
                </a:moveTo>
                <a:lnTo>
                  <a:pt x="0" y="16341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35" name="pg535"/>
          <p:cNvSpPr/>
          <p:nvPr/>
        </p:nvSpPr>
        <p:spPr>
          <a:xfrm>
            <a:off x="8037560" y="2803778"/>
            <a:ext cx="103782" cy="56000"/>
          </a:xfrm>
          <a:custGeom>
            <a:avLst/>
            <a:gdLst/>
            <a:ahLst/>
            <a:cxnLst/>
            <a:rect l="0" t="0" r="0" b="0"/>
            <a:pathLst>
              <a:path w="42858" h="22907">
                <a:moveTo>
                  <a:pt x="0" y="0"/>
                </a:moveTo>
                <a:lnTo>
                  <a:pt x="0" y="22907"/>
                </a:lnTo>
                <a:lnTo>
                  <a:pt x="42858" y="22907"/>
                </a:lnTo>
                <a:lnTo>
                  <a:pt x="42858" y="0"/>
                </a:lnTo>
                <a:close/>
              </a:path>
            </a:pathLst>
          </a:custGeom>
          <a:solidFill>
            <a:srgbClr val="00C094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36" name="pl536"/>
          <p:cNvSpPr/>
          <p:nvPr/>
        </p:nvSpPr>
        <p:spPr>
          <a:xfrm>
            <a:off x="8037560" y="2825367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37" name="pl537"/>
          <p:cNvSpPr/>
          <p:nvPr/>
        </p:nvSpPr>
        <p:spPr>
          <a:xfrm>
            <a:off x="8227829" y="2766145"/>
            <a:ext cx="0" cy="58917"/>
          </a:xfrm>
          <a:custGeom>
            <a:avLst/>
            <a:gdLst/>
            <a:ahLst/>
            <a:cxnLst/>
            <a:rect l="0" t="0" r="0" b="0"/>
            <a:pathLst>
              <a:path h="24100">
                <a:moveTo>
                  <a:pt x="0" y="2410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38" name="pl538"/>
          <p:cNvSpPr/>
          <p:nvPr/>
        </p:nvSpPr>
        <p:spPr>
          <a:xfrm>
            <a:off x="8227829" y="2879800"/>
            <a:ext cx="0" cy="42559"/>
          </a:xfrm>
          <a:custGeom>
            <a:avLst/>
            <a:gdLst/>
            <a:ahLst/>
            <a:cxnLst/>
            <a:rect l="0" t="0" r="0" b="0"/>
            <a:pathLst>
              <a:path h="17409">
                <a:moveTo>
                  <a:pt x="0" y="0"/>
                </a:moveTo>
                <a:lnTo>
                  <a:pt x="0" y="17409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39" name="pg539"/>
          <p:cNvSpPr/>
          <p:nvPr/>
        </p:nvSpPr>
        <p:spPr>
          <a:xfrm>
            <a:off x="8175938" y="2825062"/>
            <a:ext cx="103782" cy="54739"/>
          </a:xfrm>
          <a:custGeom>
            <a:avLst/>
            <a:gdLst/>
            <a:ahLst/>
            <a:cxnLst/>
            <a:rect l="0" t="0" r="0" b="0"/>
            <a:pathLst>
              <a:path w="42858" h="22391">
                <a:moveTo>
                  <a:pt x="0" y="0"/>
                </a:moveTo>
                <a:lnTo>
                  <a:pt x="0" y="22391"/>
                </a:lnTo>
                <a:lnTo>
                  <a:pt x="42858" y="22391"/>
                </a:lnTo>
                <a:lnTo>
                  <a:pt x="42858" y="0"/>
                </a:lnTo>
                <a:close/>
              </a:path>
            </a:pathLst>
          </a:custGeom>
          <a:solidFill>
            <a:srgbClr val="00B6EB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40" name="pl540"/>
          <p:cNvSpPr/>
          <p:nvPr/>
        </p:nvSpPr>
        <p:spPr>
          <a:xfrm>
            <a:off x="8175938" y="2846758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41" name="pl541"/>
          <p:cNvSpPr/>
          <p:nvPr/>
        </p:nvSpPr>
        <p:spPr>
          <a:xfrm>
            <a:off x="8366207" y="2999587"/>
            <a:ext cx="0" cy="39569"/>
          </a:xfrm>
          <a:custGeom>
            <a:avLst/>
            <a:gdLst/>
            <a:ahLst/>
            <a:cxnLst/>
            <a:rect l="0" t="0" r="0" b="0"/>
            <a:pathLst>
              <a:path h="16186">
                <a:moveTo>
                  <a:pt x="0" y="16186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42" name="pl542"/>
          <p:cNvSpPr/>
          <p:nvPr/>
        </p:nvSpPr>
        <p:spPr>
          <a:xfrm>
            <a:off x="8366207" y="3096528"/>
            <a:ext cx="0" cy="52502"/>
          </a:xfrm>
          <a:custGeom>
            <a:avLst/>
            <a:gdLst/>
            <a:ahLst/>
            <a:cxnLst/>
            <a:rect l="0" t="0" r="0" b="0"/>
            <a:pathLst>
              <a:path h="21476">
                <a:moveTo>
                  <a:pt x="0" y="0"/>
                </a:moveTo>
                <a:lnTo>
                  <a:pt x="0" y="21476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43" name="pg543"/>
          <p:cNvSpPr/>
          <p:nvPr/>
        </p:nvSpPr>
        <p:spPr>
          <a:xfrm>
            <a:off x="8314314" y="3039156"/>
            <a:ext cx="103782" cy="57369"/>
          </a:xfrm>
          <a:custGeom>
            <a:avLst/>
            <a:gdLst/>
            <a:ahLst/>
            <a:cxnLst/>
            <a:rect l="0" t="0" r="0" b="0"/>
            <a:pathLst>
              <a:path w="42858" h="23467">
                <a:moveTo>
                  <a:pt x="0" y="0"/>
                </a:moveTo>
                <a:lnTo>
                  <a:pt x="0" y="23467"/>
                </a:lnTo>
                <a:lnTo>
                  <a:pt x="42858" y="23467"/>
                </a:lnTo>
                <a:lnTo>
                  <a:pt x="42858" y="0"/>
                </a:lnTo>
                <a:close/>
              </a:path>
            </a:pathLst>
          </a:custGeom>
          <a:solidFill>
            <a:srgbClr val="A58AFF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44" name="pl544"/>
          <p:cNvSpPr/>
          <p:nvPr/>
        </p:nvSpPr>
        <p:spPr>
          <a:xfrm>
            <a:off x="8314314" y="3067018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45" name="pl545"/>
          <p:cNvSpPr/>
          <p:nvPr/>
        </p:nvSpPr>
        <p:spPr>
          <a:xfrm>
            <a:off x="8504586" y="3048673"/>
            <a:ext cx="0" cy="42361"/>
          </a:xfrm>
          <a:custGeom>
            <a:avLst/>
            <a:gdLst/>
            <a:ahLst/>
            <a:cxnLst/>
            <a:rect l="0" t="0" r="0" b="0"/>
            <a:pathLst>
              <a:path h="17328">
                <a:moveTo>
                  <a:pt x="0" y="17328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46" name="pl546"/>
          <p:cNvSpPr/>
          <p:nvPr/>
        </p:nvSpPr>
        <p:spPr>
          <a:xfrm>
            <a:off x="8504586" y="3149809"/>
            <a:ext cx="0" cy="29221"/>
          </a:xfrm>
          <a:custGeom>
            <a:avLst/>
            <a:gdLst/>
            <a:ahLst/>
            <a:cxnLst/>
            <a:rect l="0" t="0" r="0" b="0"/>
            <a:pathLst>
              <a:path h="11953">
                <a:moveTo>
                  <a:pt x="0" y="0"/>
                </a:moveTo>
                <a:lnTo>
                  <a:pt x="0" y="11953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47" name="pg547"/>
          <p:cNvSpPr/>
          <p:nvPr/>
        </p:nvSpPr>
        <p:spPr>
          <a:xfrm>
            <a:off x="8452692" y="3091034"/>
            <a:ext cx="103782" cy="58775"/>
          </a:xfrm>
          <a:custGeom>
            <a:avLst/>
            <a:gdLst/>
            <a:ahLst/>
            <a:cxnLst/>
            <a:rect l="0" t="0" r="0" b="0"/>
            <a:pathLst>
              <a:path w="42858" h="24042">
                <a:moveTo>
                  <a:pt x="0" y="0"/>
                </a:moveTo>
                <a:lnTo>
                  <a:pt x="0" y="24042"/>
                </a:lnTo>
                <a:lnTo>
                  <a:pt x="42858" y="24042"/>
                </a:lnTo>
                <a:lnTo>
                  <a:pt x="42858" y="0"/>
                </a:lnTo>
                <a:close/>
              </a:path>
            </a:pathLst>
          </a:custGeom>
          <a:solidFill>
            <a:srgbClr val="FB61D7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48" name="pl548"/>
          <p:cNvSpPr/>
          <p:nvPr/>
        </p:nvSpPr>
        <p:spPr>
          <a:xfrm>
            <a:off x="8452692" y="3118283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49" name="pl549"/>
          <p:cNvSpPr/>
          <p:nvPr/>
        </p:nvSpPr>
        <p:spPr>
          <a:xfrm>
            <a:off x="7591292" y="4485002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50" name="pl550"/>
          <p:cNvSpPr/>
          <p:nvPr/>
        </p:nvSpPr>
        <p:spPr>
          <a:xfrm>
            <a:off x="7591292" y="4264576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51" name="pl551"/>
          <p:cNvSpPr/>
          <p:nvPr/>
        </p:nvSpPr>
        <p:spPr>
          <a:xfrm>
            <a:off x="7591292" y="4044150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6775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52" name="pl552"/>
          <p:cNvSpPr/>
          <p:nvPr/>
        </p:nvSpPr>
        <p:spPr>
          <a:xfrm>
            <a:off x="7591292" y="4374789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53" name="pl553"/>
          <p:cNvSpPr/>
          <p:nvPr/>
        </p:nvSpPr>
        <p:spPr>
          <a:xfrm>
            <a:off x="7591292" y="4154363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54" name="pl554"/>
          <p:cNvSpPr/>
          <p:nvPr/>
        </p:nvSpPr>
        <p:spPr>
          <a:xfrm>
            <a:off x="7591292" y="3933937"/>
            <a:ext cx="996319" cy="0"/>
          </a:xfrm>
          <a:custGeom>
            <a:avLst/>
            <a:gdLst/>
            <a:ahLst/>
            <a:cxnLst/>
            <a:rect l="0" t="0" r="0" b="0"/>
            <a:pathLst>
              <a:path w="411442">
                <a:moveTo>
                  <a:pt x="0" y="0"/>
                </a:moveTo>
                <a:lnTo>
                  <a:pt x="411442" y="0"/>
                </a:lnTo>
                <a:lnTo>
                  <a:pt x="411442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55" name="pl555"/>
          <p:cNvSpPr/>
          <p:nvPr/>
        </p:nvSpPr>
        <p:spPr>
          <a:xfrm>
            <a:off x="7674318" y="390418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56" name="pl556"/>
          <p:cNvSpPr/>
          <p:nvPr/>
        </p:nvSpPr>
        <p:spPr>
          <a:xfrm>
            <a:off x="7812694" y="390418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57" name="pl557"/>
          <p:cNvSpPr/>
          <p:nvPr/>
        </p:nvSpPr>
        <p:spPr>
          <a:xfrm>
            <a:off x="7951073" y="390418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58" name="pl558"/>
          <p:cNvSpPr/>
          <p:nvPr/>
        </p:nvSpPr>
        <p:spPr>
          <a:xfrm>
            <a:off x="8089451" y="390418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59" name="pl559"/>
          <p:cNvSpPr/>
          <p:nvPr/>
        </p:nvSpPr>
        <p:spPr>
          <a:xfrm>
            <a:off x="8227829" y="390418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0" name="pl560"/>
          <p:cNvSpPr/>
          <p:nvPr/>
        </p:nvSpPr>
        <p:spPr>
          <a:xfrm>
            <a:off x="8366207" y="390418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1" name="pl561"/>
          <p:cNvSpPr/>
          <p:nvPr/>
        </p:nvSpPr>
        <p:spPr>
          <a:xfrm>
            <a:off x="8504586" y="3904180"/>
            <a:ext cx="0" cy="654665"/>
          </a:xfrm>
          <a:custGeom>
            <a:avLst/>
            <a:gdLst/>
            <a:ahLst/>
            <a:cxnLst/>
            <a:rect l="0" t="0" r="0" b="0"/>
            <a:pathLst>
              <a:path h="267793">
                <a:moveTo>
                  <a:pt x="0" y="267793"/>
                </a:moveTo>
                <a:lnTo>
                  <a:pt x="0" y="0"/>
                </a:lnTo>
                <a:lnTo>
                  <a:pt x="0" y="0"/>
                </a:lnTo>
              </a:path>
            </a:pathLst>
          </a:custGeom>
          <a:ln w="13550" cap="flat">
            <a:solidFill>
              <a:srgbClr val="EBEBEB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2" name="pl562"/>
          <p:cNvSpPr/>
          <p:nvPr/>
        </p:nvSpPr>
        <p:spPr>
          <a:xfrm>
            <a:off x="7674318" y="3955980"/>
            <a:ext cx="0" cy="154298"/>
          </a:xfrm>
          <a:custGeom>
            <a:avLst/>
            <a:gdLst/>
            <a:ahLst/>
            <a:cxnLst/>
            <a:rect l="0" t="0" r="0" b="0"/>
            <a:pathLst>
              <a:path h="63116">
                <a:moveTo>
                  <a:pt x="0" y="63116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3" name="pl563"/>
          <p:cNvSpPr/>
          <p:nvPr/>
        </p:nvSpPr>
        <p:spPr>
          <a:xfrm>
            <a:off x="7674318" y="4374789"/>
            <a:ext cx="0" cy="154298"/>
          </a:xfrm>
          <a:custGeom>
            <a:avLst/>
            <a:gdLst/>
            <a:ahLst/>
            <a:cxnLst/>
            <a:rect l="0" t="0" r="0" b="0"/>
            <a:pathLst>
              <a:path h="63116">
                <a:moveTo>
                  <a:pt x="0" y="0"/>
                </a:moveTo>
                <a:lnTo>
                  <a:pt x="0" y="63116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4" name="pg564"/>
          <p:cNvSpPr/>
          <p:nvPr/>
        </p:nvSpPr>
        <p:spPr>
          <a:xfrm>
            <a:off x="7622425" y="4110278"/>
            <a:ext cx="103782" cy="264511"/>
          </a:xfrm>
          <a:custGeom>
            <a:avLst/>
            <a:gdLst/>
            <a:ahLst/>
            <a:cxnLst/>
            <a:rect l="0" t="0" r="0" b="0"/>
            <a:pathLst>
              <a:path w="42858" h="108199">
                <a:moveTo>
                  <a:pt x="0" y="0"/>
                </a:moveTo>
                <a:lnTo>
                  <a:pt x="0" y="108199"/>
                </a:lnTo>
                <a:lnTo>
                  <a:pt x="42858" y="108199"/>
                </a:lnTo>
                <a:lnTo>
                  <a:pt x="42858" y="0"/>
                </a:lnTo>
                <a:close/>
              </a:path>
            </a:pathLst>
          </a:custGeom>
          <a:solidFill>
            <a:srgbClr val="F8766D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65" name="pl565"/>
          <p:cNvSpPr/>
          <p:nvPr/>
        </p:nvSpPr>
        <p:spPr>
          <a:xfrm>
            <a:off x="7622425" y="4198448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66" name="pl566"/>
          <p:cNvSpPr/>
          <p:nvPr/>
        </p:nvSpPr>
        <p:spPr>
          <a:xfrm>
            <a:off x="7812694" y="3978022"/>
            <a:ext cx="0" cy="121234"/>
          </a:xfrm>
          <a:custGeom>
            <a:avLst/>
            <a:gdLst/>
            <a:ahLst/>
            <a:cxnLst/>
            <a:rect l="0" t="0" r="0" b="0"/>
            <a:pathLst>
              <a:path h="49591">
                <a:moveTo>
                  <a:pt x="0" y="49591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7" name="pl567"/>
          <p:cNvSpPr/>
          <p:nvPr/>
        </p:nvSpPr>
        <p:spPr>
          <a:xfrm>
            <a:off x="7812694" y="4347235"/>
            <a:ext cx="0" cy="181849"/>
          </a:xfrm>
          <a:custGeom>
            <a:avLst/>
            <a:gdLst/>
            <a:ahLst/>
            <a:cxnLst/>
            <a:rect l="0" t="0" r="0" b="0"/>
            <a:pathLst>
              <a:path h="74386">
                <a:moveTo>
                  <a:pt x="0" y="0"/>
                </a:moveTo>
                <a:lnTo>
                  <a:pt x="0" y="74386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68" name="pg568"/>
          <p:cNvSpPr/>
          <p:nvPr/>
        </p:nvSpPr>
        <p:spPr>
          <a:xfrm>
            <a:off x="7760803" y="4099255"/>
            <a:ext cx="103782" cy="247977"/>
          </a:xfrm>
          <a:custGeom>
            <a:avLst/>
            <a:gdLst/>
            <a:ahLst/>
            <a:cxnLst/>
            <a:rect l="0" t="0" r="0" b="0"/>
            <a:pathLst>
              <a:path w="42858" h="101436">
                <a:moveTo>
                  <a:pt x="0" y="0"/>
                </a:moveTo>
                <a:lnTo>
                  <a:pt x="0" y="101436"/>
                </a:lnTo>
                <a:lnTo>
                  <a:pt x="42858" y="101436"/>
                </a:lnTo>
                <a:lnTo>
                  <a:pt x="42858" y="0"/>
                </a:lnTo>
                <a:close/>
              </a:path>
            </a:pathLst>
          </a:custGeom>
          <a:solidFill>
            <a:srgbClr val="C49A00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69" name="pl569"/>
          <p:cNvSpPr/>
          <p:nvPr/>
        </p:nvSpPr>
        <p:spPr>
          <a:xfrm>
            <a:off x="7760803" y="4231512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70" name="pl570"/>
          <p:cNvSpPr/>
          <p:nvPr/>
        </p:nvSpPr>
        <p:spPr>
          <a:xfrm>
            <a:off x="7951073" y="3978022"/>
            <a:ext cx="0" cy="99190"/>
          </a:xfrm>
          <a:custGeom>
            <a:avLst/>
            <a:gdLst/>
            <a:ahLst/>
            <a:cxnLst/>
            <a:rect l="0" t="0" r="0" b="0"/>
            <a:pathLst>
              <a:path h="40574">
                <a:moveTo>
                  <a:pt x="0" y="40574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71" name="pl571"/>
          <p:cNvSpPr/>
          <p:nvPr/>
        </p:nvSpPr>
        <p:spPr>
          <a:xfrm>
            <a:off x="7951073" y="4264576"/>
            <a:ext cx="0" cy="264511"/>
          </a:xfrm>
          <a:custGeom>
            <a:avLst/>
            <a:gdLst/>
            <a:ahLst/>
            <a:cxnLst/>
            <a:rect l="0" t="0" r="0" b="0"/>
            <a:pathLst>
              <a:path h="108199">
                <a:moveTo>
                  <a:pt x="0" y="0"/>
                </a:moveTo>
                <a:lnTo>
                  <a:pt x="0" y="108199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72" name="pg572"/>
          <p:cNvSpPr/>
          <p:nvPr/>
        </p:nvSpPr>
        <p:spPr>
          <a:xfrm>
            <a:off x="7899182" y="4077214"/>
            <a:ext cx="103782" cy="187362"/>
          </a:xfrm>
          <a:custGeom>
            <a:avLst/>
            <a:gdLst/>
            <a:ahLst/>
            <a:cxnLst/>
            <a:rect l="0" t="0" r="0" b="0"/>
            <a:pathLst>
              <a:path w="42858" h="76641">
                <a:moveTo>
                  <a:pt x="0" y="0"/>
                </a:moveTo>
                <a:lnTo>
                  <a:pt x="0" y="76641"/>
                </a:lnTo>
                <a:lnTo>
                  <a:pt x="42858" y="76641"/>
                </a:lnTo>
                <a:lnTo>
                  <a:pt x="42858" y="0"/>
                </a:lnTo>
                <a:close/>
              </a:path>
            </a:pathLst>
          </a:custGeom>
          <a:solidFill>
            <a:srgbClr val="53B400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73" name="pl573"/>
          <p:cNvSpPr/>
          <p:nvPr/>
        </p:nvSpPr>
        <p:spPr>
          <a:xfrm>
            <a:off x="7899182" y="4154363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74" name="pl574"/>
          <p:cNvSpPr/>
          <p:nvPr/>
        </p:nvSpPr>
        <p:spPr>
          <a:xfrm>
            <a:off x="8089451" y="3933937"/>
            <a:ext cx="0" cy="159808"/>
          </a:xfrm>
          <a:custGeom>
            <a:avLst/>
            <a:gdLst/>
            <a:ahLst/>
            <a:cxnLst/>
            <a:rect l="0" t="0" r="0" b="0"/>
            <a:pathLst>
              <a:path h="65370">
                <a:moveTo>
                  <a:pt x="0" y="65370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75" name="pl575"/>
          <p:cNvSpPr/>
          <p:nvPr/>
        </p:nvSpPr>
        <p:spPr>
          <a:xfrm>
            <a:off x="8089451" y="4391320"/>
            <a:ext cx="0" cy="137764"/>
          </a:xfrm>
          <a:custGeom>
            <a:avLst/>
            <a:gdLst/>
            <a:ahLst/>
            <a:cxnLst/>
            <a:rect l="0" t="0" r="0" b="0"/>
            <a:pathLst>
              <a:path h="56353">
                <a:moveTo>
                  <a:pt x="0" y="0"/>
                </a:moveTo>
                <a:lnTo>
                  <a:pt x="0" y="56353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76" name="pg576"/>
          <p:cNvSpPr/>
          <p:nvPr/>
        </p:nvSpPr>
        <p:spPr>
          <a:xfrm>
            <a:off x="8037560" y="4093745"/>
            <a:ext cx="103782" cy="297575"/>
          </a:xfrm>
          <a:custGeom>
            <a:avLst/>
            <a:gdLst/>
            <a:ahLst/>
            <a:cxnLst/>
            <a:rect l="0" t="0" r="0" b="0"/>
            <a:pathLst>
              <a:path w="42858" h="121724">
                <a:moveTo>
                  <a:pt x="0" y="0"/>
                </a:moveTo>
                <a:lnTo>
                  <a:pt x="0" y="121724"/>
                </a:lnTo>
                <a:lnTo>
                  <a:pt x="42858" y="121724"/>
                </a:lnTo>
                <a:lnTo>
                  <a:pt x="42858" y="0"/>
                </a:lnTo>
                <a:close/>
              </a:path>
            </a:pathLst>
          </a:custGeom>
          <a:solidFill>
            <a:srgbClr val="00C094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77" name="pl577"/>
          <p:cNvSpPr/>
          <p:nvPr/>
        </p:nvSpPr>
        <p:spPr>
          <a:xfrm>
            <a:off x="8037560" y="4231512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78" name="pl578"/>
          <p:cNvSpPr/>
          <p:nvPr/>
        </p:nvSpPr>
        <p:spPr>
          <a:xfrm>
            <a:off x="8227829" y="3933937"/>
            <a:ext cx="0" cy="176339"/>
          </a:xfrm>
          <a:custGeom>
            <a:avLst/>
            <a:gdLst/>
            <a:ahLst/>
            <a:cxnLst/>
            <a:rect l="0" t="0" r="0" b="0"/>
            <a:pathLst>
              <a:path h="72132">
                <a:moveTo>
                  <a:pt x="0" y="72132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79" name="pl579"/>
          <p:cNvSpPr/>
          <p:nvPr/>
        </p:nvSpPr>
        <p:spPr>
          <a:xfrm>
            <a:off x="8227829" y="4396833"/>
            <a:ext cx="0" cy="132254"/>
          </a:xfrm>
          <a:custGeom>
            <a:avLst/>
            <a:gdLst/>
            <a:ahLst/>
            <a:cxnLst/>
            <a:rect l="0" t="0" r="0" b="0"/>
            <a:pathLst>
              <a:path h="54099">
                <a:moveTo>
                  <a:pt x="0" y="0"/>
                </a:moveTo>
                <a:lnTo>
                  <a:pt x="0" y="54099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80" name="pg580"/>
          <p:cNvSpPr/>
          <p:nvPr/>
        </p:nvSpPr>
        <p:spPr>
          <a:xfrm>
            <a:off x="8175938" y="4110278"/>
            <a:ext cx="103782" cy="286552"/>
          </a:xfrm>
          <a:custGeom>
            <a:avLst/>
            <a:gdLst/>
            <a:ahLst/>
            <a:cxnLst/>
            <a:rect l="0" t="0" r="0" b="0"/>
            <a:pathLst>
              <a:path w="42858" h="117215">
                <a:moveTo>
                  <a:pt x="0" y="0"/>
                </a:moveTo>
                <a:lnTo>
                  <a:pt x="0" y="117215"/>
                </a:lnTo>
                <a:lnTo>
                  <a:pt x="42858" y="117215"/>
                </a:lnTo>
                <a:lnTo>
                  <a:pt x="42858" y="0"/>
                </a:lnTo>
                <a:close/>
              </a:path>
            </a:pathLst>
          </a:custGeom>
          <a:solidFill>
            <a:srgbClr val="00B6EB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81" name="pl581"/>
          <p:cNvSpPr/>
          <p:nvPr/>
        </p:nvSpPr>
        <p:spPr>
          <a:xfrm>
            <a:off x="8175938" y="4242532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82" name="pl582"/>
          <p:cNvSpPr/>
          <p:nvPr/>
        </p:nvSpPr>
        <p:spPr>
          <a:xfrm>
            <a:off x="8366207" y="3933937"/>
            <a:ext cx="0" cy="187362"/>
          </a:xfrm>
          <a:custGeom>
            <a:avLst/>
            <a:gdLst/>
            <a:ahLst/>
            <a:cxnLst/>
            <a:rect l="0" t="0" r="0" b="0"/>
            <a:pathLst>
              <a:path h="76641">
                <a:moveTo>
                  <a:pt x="0" y="76641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83" name="pl583"/>
          <p:cNvSpPr/>
          <p:nvPr/>
        </p:nvSpPr>
        <p:spPr>
          <a:xfrm>
            <a:off x="8366207" y="4385810"/>
            <a:ext cx="0" cy="143275"/>
          </a:xfrm>
          <a:custGeom>
            <a:avLst/>
            <a:gdLst/>
            <a:ahLst/>
            <a:cxnLst/>
            <a:rect l="0" t="0" r="0" b="0"/>
            <a:pathLst>
              <a:path h="58607">
                <a:moveTo>
                  <a:pt x="0" y="0"/>
                </a:moveTo>
                <a:lnTo>
                  <a:pt x="0" y="58607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84" name="pg584"/>
          <p:cNvSpPr/>
          <p:nvPr/>
        </p:nvSpPr>
        <p:spPr>
          <a:xfrm>
            <a:off x="8314314" y="4121299"/>
            <a:ext cx="103782" cy="264511"/>
          </a:xfrm>
          <a:custGeom>
            <a:avLst/>
            <a:gdLst/>
            <a:ahLst/>
            <a:cxnLst/>
            <a:rect l="0" t="0" r="0" b="0"/>
            <a:pathLst>
              <a:path w="42858" h="108199">
                <a:moveTo>
                  <a:pt x="0" y="0"/>
                </a:moveTo>
                <a:lnTo>
                  <a:pt x="0" y="108199"/>
                </a:lnTo>
                <a:lnTo>
                  <a:pt x="42858" y="108199"/>
                </a:lnTo>
                <a:lnTo>
                  <a:pt x="42858" y="0"/>
                </a:lnTo>
                <a:close/>
              </a:path>
            </a:pathLst>
          </a:custGeom>
          <a:solidFill>
            <a:srgbClr val="A58AFF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85" name="pl585"/>
          <p:cNvSpPr/>
          <p:nvPr/>
        </p:nvSpPr>
        <p:spPr>
          <a:xfrm>
            <a:off x="8314314" y="4242532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86" name="pl586"/>
          <p:cNvSpPr/>
          <p:nvPr/>
        </p:nvSpPr>
        <p:spPr>
          <a:xfrm>
            <a:off x="8504586" y="4022106"/>
            <a:ext cx="0" cy="143275"/>
          </a:xfrm>
          <a:custGeom>
            <a:avLst/>
            <a:gdLst/>
            <a:ahLst/>
            <a:cxnLst/>
            <a:rect l="0" t="0" r="0" b="0"/>
            <a:pathLst>
              <a:path h="58607">
                <a:moveTo>
                  <a:pt x="0" y="58607"/>
                </a:moveTo>
                <a:lnTo>
                  <a:pt x="0" y="0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87" name="pl587"/>
          <p:cNvSpPr/>
          <p:nvPr/>
        </p:nvSpPr>
        <p:spPr>
          <a:xfrm>
            <a:off x="8504586" y="4402343"/>
            <a:ext cx="0" cy="126744"/>
          </a:xfrm>
          <a:custGeom>
            <a:avLst/>
            <a:gdLst/>
            <a:ahLst/>
            <a:cxnLst/>
            <a:rect l="0" t="0" r="0" b="0"/>
            <a:pathLst>
              <a:path h="51845">
                <a:moveTo>
                  <a:pt x="0" y="0"/>
                </a:moveTo>
                <a:lnTo>
                  <a:pt x="0" y="51845"/>
                </a:lnTo>
              </a:path>
            </a:pathLst>
          </a:custGeom>
          <a:ln w="13550" cap="flat">
            <a:solidFill>
              <a:srgbClr val="333333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588" name="pg588"/>
          <p:cNvSpPr/>
          <p:nvPr/>
        </p:nvSpPr>
        <p:spPr>
          <a:xfrm>
            <a:off x="8452692" y="4165383"/>
            <a:ext cx="103782" cy="236957"/>
          </a:xfrm>
          <a:custGeom>
            <a:avLst/>
            <a:gdLst/>
            <a:ahLst/>
            <a:cxnLst/>
            <a:rect l="0" t="0" r="0" b="0"/>
            <a:pathLst>
              <a:path w="42858" h="96928">
                <a:moveTo>
                  <a:pt x="0" y="0"/>
                </a:moveTo>
                <a:lnTo>
                  <a:pt x="0" y="96928"/>
                </a:lnTo>
                <a:lnTo>
                  <a:pt x="42858" y="96928"/>
                </a:lnTo>
                <a:lnTo>
                  <a:pt x="42858" y="0"/>
                </a:lnTo>
                <a:close/>
              </a:path>
            </a:pathLst>
          </a:custGeom>
          <a:solidFill>
            <a:srgbClr val="FB61D7">
              <a:alpha val="100000"/>
            </a:srgbClr>
          </a:solidFill>
          <a:ln w="13550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89" name="pl589"/>
          <p:cNvSpPr/>
          <p:nvPr/>
        </p:nvSpPr>
        <p:spPr>
          <a:xfrm>
            <a:off x="8452692" y="4297640"/>
            <a:ext cx="103782" cy="0"/>
          </a:xfrm>
          <a:custGeom>
            <a:avLst/>
            <a:gdLst/>
            <a:ahLst/>
            <a:cxnLst/>
            <a:rect l="0" t="0" r="0" b="0"/>
            <a:pathLst>
              <a:path w="42858">
                <a:moveTo>
                  <a:pt x="0" y="0"/>
                </a:moveTo>
                <a:lnTo>
                  <a:pt x="42858" y="0"/>
                </a:lnTo>
              </a:path>
            </a:pathLst>
          </a:custGeom>
          <a:ln w="27101" cap="flat">
            <a:solidFill>
              <a:srgbClr val="333333">
                <a:alpha val="100000"/>
              </a:srgbClr>
            </a:solidFill>
            <a:prstDash val="solid"/>
            <a:miter/>
          </a:ln>
        </p:spPr>
        <p:txBody>
          <a:bodyPr/>
          <a:lstStyle/>
          <a:p>
            <a:endParaRPr/>
          </a:p>
        </p:txBody>
      </p:sp>
      <p:sp>
        <p:nvSpPr>
          <p:cNvPr id="590" name="tx590"/>
          <p:cNvSpPr/>
          <p:nvPr/>
        </p:nvSpPr>
        <p:spPr>
          <a:xfrm>
            <a:off x="1378633" y="3537089"/>
            <a:ext cx="526327" cy="20224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rPr>
              <a:t>SST</a:t>
            </a:r>
          </a:p>
        </p:txBody>
      </p:sp>
      <p:sp>
        <p:nvSpPr>
          <p:cNvPr id="591" name="tx591"/>
          <p:cNvSpPr/>
          <p:nvPr/>
        </p:nvSpPr>
        <p:spPr>
          <a:xfrm>
            <a:off x="3394893" y="3540558"/>
            <a:ext cx="481267" cy="1987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rPr>
              <a:t>swh</a:t>
            </a:r>
          </a:p>
        </p:txBody>
      </p:sp>
      <p:sp>
        <p:nvSpPr>
          <p:cNvPr id="592" name="tx592"/>
          <p:cNvSpPr/>
          <p:nvPr/>
        </p:nvSpPr>
        <p:spPr>
          <a:xfrm>
            <a:off x="5222980" y="3489462"/>
            <a:ext cx="691770" cy="24987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rPr>
              <a:t>Temp</a:t>
            </a:r>
          </a:p>
        </p:txBody>
      </p:sp>
      <p:sp>
        <p:nvSpPr>
          <p:cNvPr id="593" name="tx593"/>
          <p:cNvSpPr/>
          <p:nvPr/>
        </p:nvSpPr>
        <p:spPr>
          <a:xfrm>
            <a:off x="7803626" y="3540558"/>
            <a:ext cx="571653" cy="1987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rPr>
              <a:t>Year</a:t>
            </a:r>
          </a:p>
        </p:txBody>
      </p:sp>
      <p:sp>
        <p:nvSpPr>
          <p:cNvPr id="594" name="tx594"/>
          <p:cNvSpPr/>
          <p:nvPr/>
        </p:nvSpPr>
        <p:spPr>
          <a:xfrm>
            <a:off x="1205591" y="2132871"/>
            <a:ext cx="872412" cy="2564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rPr>
              <a:t>Salinity</a:t>
            </a:r>
          </a:p>
        </p:txBody>
      </p:sp>
      <p:sp>
        <p:nvSpPr>
          <p:cNvPr id="595" name="tx595"/>
          <p:cNvSpPr/>
          <p:nvPr/>
        </p:nvSpPr>
        <p:spPr>
          <a:xfrm>
            <a:off x="3515209" y="2187032"/>
            <a:ext cx="240632" cy="20224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rPr>
              <a:t>Si</a:t>
            </a:r>
          </a:p>
        </p:txBody>
      </p:sp>
      <p:sp>
        <p:nvSpPr>
          <p:cNvPr id="596" name="tx596"/>
          <p:cNvSpPr/>
          <p:nvPr/>
        </p:nvSpPr>
        <p:spPr>
          <a:xfrm>
            <a:off x="5290638" y="2187032"/>
            <a:ext cx="556455" cy="20224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rPr>
              <a:t>SSH</a:t>
            </a:r>
          </a:p>
        </p:txBody>
      </p:sp>
      <p:sp>
        <p:nvSpPr>
          <p:cNvPr id="597" name="tx597"/>
          <p:cNvSpPr/>
          <p:nvPr/>
        </p:nvSpPr>
        <p:spPr>
          <a:xfrm>
            <a:off x="7909076" y="2241197"/>
            <a:ext cx="360750" cy="14808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rPr>
              <a:t>ssr</a:t>
            </a:r>
          </a:p>
        </p:txBody>
      </p:sp>
      <p:sp>
        <p:nvSpPr>
          <p:cNvPr id="598" name="tx598"/>
          <p:cNvSpPr/>
          <p:nvPr/>
        </p:nvSpPr>
        <p:spPr>
          <a:xfrm>
            <a:off x="1213124" y="840447"/>
            <a:ext cx="857347" cy="1987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rPr>
              <a:t>Bottom</a:t>
            </a:r>
          </a:p>
        </p:txBody>
      </p:sp>
      <p:sp>
        <p:nvSpPr>
          <p:cNvPr id="599" name="tx599"/>
          <p:cNvSpPr/>
          <p:nvPr/>
        </p:nvSpPr>
        <p:spPr>
          <a:xfrm>
            <a:off x="3364830" y="843650"/>
            <a:ext cx="541391" cy="1955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rPr>
              <a:t>NH4</a:t>
            </a:r>
          </a:p>
        </p:txBody>
      </p:sp>
      <p:sp>
        <p:nvSpPr>
          <p:cNvPr id="600" name="tx600"/>
          <p:cNvSpPr/>
          <p:nvPr/>
        </p:nvSpPr>
        <p:spPr>
          <a:xfrm>
            <a:off x="5290638" y="836712"/>
            <a:ext cx="556455" cy="20250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rPr>
              <a:t>NO3</a:t>
            </a:r>
          </a:p>
        </p:txBody>
      </p:sp>
      <p:sp>
        <p:nvSpPr>
          <p:cNvPr id="601" name="tx601"/>
          <p:cNvSpPr/>
          <p:nvPr/>
        </p:nvSpPr>
        <p:spPr>
          <a:xfrm>
            <a:off x="7818690" y="836844"/>
            <a:ext cx="541524" cy="20237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rPr>
              <a:t>PO4</a:t>
            </a:r>
          </a:p>
        </p:txBody>
      </p:sp>
      <p:sp>
        <p:nvSpPr>
          <p:cNvPr id="602" name="tx602"/>
          <p:cNvSpPr/>
          <p:nvPr/>
        </p:nvSpPr>
        <p:spPr>
          <a:xfrm rot="18900000">
            <a:off x="395536" y="5056307"/>
            <a:ext cx="1052656" cy="1987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El </a:t>
            </a:r>
            <a:r>
              <a:rPr sz="880" dirty="0" err="1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Hierro</a:t>
            </a:r>
            <a:endParaRPr sz="880" dirty="0">
              <a:solidFill>
                <a:srgbClr val="4D4D4D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603" name="tx603"/>
          <p:cNvSpPr/>
          <p:nvPr/>
        </p:nvSpPr>
        <p:spPr>
          <a:xfrm rot="18900000">
            <a:off x="456539" y="5088664"/>
            <a:ext cx="1143306" cy="1987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La Palma</a:t>
            </a:r>
          </a:p>
        </p:txBody>
      </p:sp>
      <p:sp>
        <p:nvSpPr>
          <p:cNvPr id="604" name="tx604"/>
          <p:cNvSpPr/>
          <p:nvPr/>
        </p:nvSpPr>
        <p:spPr>
          <a:xfrm rot="18900000">
            <a:off x="414024" y="5160838"/>
            <a:ext cx="1353809" cy="20224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La Gomera</a:t>
            </a:r>
          </a:p>
        </p:txBody>
      </p:sp>
      <p:sp>
        <p:nvSpPr>
          <p:cNvPr id="605" name="tx605"/>
          <p:cNvSpPr/>
          <p:nvPr/>
        </p:nvSpPr>
        <p:spPr>
          <a:xfrm rot="18900000">
            <a:off x="860596" y="5032095"/>
            <a:ext cx="992793" cy="20211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Tenerife</a:t>
            </a:r>
          </a:p>
        </p:txBody>
      </p:sp>
      <p:sp>
        <p:nvSpPr>
          <p:cNvPr id="606" name="tx606"/>
          <p:cNvSpPr/>
          <p:nvPr/>
        </p:nvSpPr>
        <p:spPr>
          <a:xfrm rot="18900000">
            <a:off x="459670" y="5257483"/>
            <a:ext cx="1624572" cy="20224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Gran Canaria</a:t>
            </a:r>
          </a:p>
        </p:txBody>
      </p:sp>
      <p:sp>
        <p:nvSpPr>
          <p:cNvPr id="607" name="tx607"/>
          <p:cNvSpPr/>
          <p:nvPr/>
        </p:nvSpPr>
        <p:spPr>
          <a:xfrm rot="18900000">
            <a:off x="958503" y="5110219"/>
            <a:ext cx="1203694" cy="1987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Lanzarote</a:t>
            </a:r>
          </a:p>
        </p:txBody>
      </p:sp>
      <p:sp>
        <p:nvSpPr>
          <p:cNvPr id="608" name="tx608"/>
          <p:cNvSpPr/>
          <p:nvPr/>
        </p:nvSpPr>
        <p:spPr>
          <a:xfrm rot="18900000">
            <a:off x="686207" y="5281949"/>
            <a:ext cx="1684830" cy="1987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Fuerteventura</a:t>
            </a:r>
          </a:p>
        </p:txBody>
      </p:sp>
      <p:sp>
        <p:nvSpPr>
          <p:cNvPr id="609" name="tx609"/>
          <p:cNvSpPr/>
          <p:nvPr/>
        </p:nvSpPr>
        <p:spPr>
          <a:xfrm rot="18900000">
            <a:off x="2389263" y="5056307"/>
            <a:ext cx="1052656" cy="1987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El Hierro</a:t>
            </a:r>
          </a:p>
        </p:txBody>
      </p:sp>
      <p:sp>
        <p:nvSpPr>
          <p:cNvPr id="610" name="tx610"/>
          <p:cNvSpPr/>
          <p:nvPr/>
        </p:nvSpPr>
        <p:spPr>
          <a:xfrm rot="18900000">
            <a:off x="2450266" y="5088664"/>
            <a:ext cx="1143306" cy="1987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La Palma</a:t>
            </a:r>
          </a:p>
        </p:txBody>
      </p:sp>
      <p:sp>
        <p:nvSpPr>
          <p:cNvPr id="611" name="tx611"/>
          <p:cNvSpPr/>
          <p:nvPr/>
        </p:nvSpPr>
        <p:spPr>
          <a:xfrm rot="18900000">
            <a:off x="2407754" y="5160838"/>
            <a:ext cx="1353809" cy="20224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La Gomera</a:t>
            </a:r>
          </a:p>
        </p:txBody>
      </p:sp>
      <p:sp>
        <p:nvSpPr>
          <p:cNvPr id="612" name="tx612"/>
          <p:cNvSpPr/>
          <p:nvPr/>
        </p:nvSpPr>
        <p:spPr>
          <a:xfrm rot="18900000">
            <a:off x="2854325" y="5032095"/>
            <a:ext cx="992793" cy="20211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Tenerife</a:t>
            </a:r>
          </a:p>
        </p:txBody>
      </p:sp>
      <p:sp>
        <p:nvSpPr>
          <p:cNvPr id="613" name="tx613"/>
          <p:cNvSpPr/>
          <p:nvPr/>
        </p:nvSpPr>
        <p:spPr>
          <a:xfrm rot="18900000">
            <a:off x="2453400" y="5257483"/>
            <a:ext cx="1624572" cy="20224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Gran Canaria</a:t>
            </a:r>
          </a:p>
        </p:txBody>
      </p:sp>
      <p:sp>
        <p:nvSpPr>
          <p:cNvPr id="614" name="tx614"/>
          <p:cNvSpPr/>
          <p:nvPr/>
        </p:nvSpPr>
        <p:spPr>
          <a:xfrm rot="18900000">
            <a:off x="2952232" y="5110219"/>
            <a:ext cx="1203694" cy="1987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Lanzarote</a:t>
            </a:r>
          </a:p>
        </p:txBody>
      </p:sp>
      <p:sp>
        <p:nvSpPr>
          <p:cNvPr id="615" name="tx615"/>
          <p:cNvSpPr/>
          <p:nvPr/>
        </p:nvSpPr>
        <p:spPr>
          <a:xfrm rot="18900000">
            <a:off x="2679936" y="5281949"/>
            <a:ext cx="1684830" cy="1987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Fuerteventura</a:t>
            </a:r>
          </a:p>
        </p:txBody>
      </p:sp>
      <p:sp>
        <p:nvSpPr>
          <p:cNvPr id="616" name="tx616"/>
          <p:cNvSpPr/>
          <p:nvPr/>
        </p:nvSpPr>
        <p:spPr>
          <a:xfrm rot="18900000">
            <a:off x="4322605" y="5056307"/>
            <a:ext cx="1052656" cy="1987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El Hierro</a:t>
            </a:r>
          </a:p>
        </p:txBody>
      </p:sp>
      <p:sp>
        <p:nvSpPr>
          <p:cNvPr id="617" name="tx617"/>
          <p:cNvSpPr/>
          <p:nvPr/>
        </p:nvSpPr>
        <p:spPr>
          <a:xfrm rot="18900000">
            <a:off x="4383606" y="5088664"/>
            <a:ext cx="1143306" cy="1987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La Palma</a:t>
            </a:r>
          </a:p>
        </p:txBody>
      </p:sp>
      <p:sp>
        <p:nvSpPr>
          <p:cNvPr id="618" name="tx618"/>
          <p:cNvSpPr/>
          <p:nvPr/>
        </p:nvSpPr>
        <p:spPr>
          <a:xfrm rot="18900000">
            <a:off x="4341093" y="5160838"/>
            <a:ext cx="1353809" cy="20224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La Gomera</a:t>
            </a:r>
          </a:p>
        </p:txBody>
      </p:sp>
      <p:sp>
        <p:nvSpPr>
          <p:cNvPr id="619" name="tx619"/>
          <p:cNvSpPr/>
          <p:nvPr/>
        </p:nvSpPr>
        <p:spPr>
          <a:xfrm rot="18900000">
            <a:off x="4787664" y="5032095"/>
            <a:ext cx="992793" cy="20211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Tenerife</a:t>
            </a:r>
          </a:p>
        </p:txBody>
      </p:sp>
      <p:sp>
        <p:nvSpPr>
          <p:cNvPr id="620" name="tx620"/>
          <p:cNvSpPr/>
          <p:nvPr/>
        </p:nvSpPr>
        <p:spPr>
          <a:xfrm rot="18900000">
            <a:off x="4386739" y="5257483"/>
            <a:ext cx="1624572" cy="20224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Gran Canaria</a:t>
            </a:r>
          </a:p>
        </p:txBody>
      </p:sp>
      <p:sp>
        <p:nvSpPr>
          <p:cNvPr id="621" name="tx621"/>
          <p:cNvSpPr/>
          <p:nvPr/>
        </p:nvSpPr>
        <p:spPr>
          <a:xfrm rot="18900000">
            <a:off x="4885572" y="5110219"/>
            <a:ext cx="1203694" cy="1987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Lanzarote</a:t>
            </a:r>
          </a:p>
        </p:txBody>
      </p:sp>
      <p:sp>
        <p:nvSpPr>
          <p:cNvPr id="622" name="tx622"/>
          <p:cNvSpPr/>
          <p:nvPr/>
        </p:nvSpPr>
        <p:spPr>
          <a:xfrm rot="18900000">
            <a:off x="4613276" y="5281949"/>
            <a:ext cx="1684830" cy="1987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Fuerteventura</a:t>
            </a:r>
          </a:p>
        </p:txBody>
      </p:sp>
      <p:sp>
        <p:nvSpPr>
          <p:cNvPr id="623" name="tx623"/>
          <p:cNvSpPr/>
          <p:nvPr/>
        </p:nvSpPr>
        <p:spPr>
          <a:xfrm rot="18900000">
            <a:off x="6843189" y="5056307"/>
            <a:ext cx="1052656" cy="1987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El Hierro</a:t>
            </a:r>
          </a:p>
        </p:txBody>
      </p:sp>
      <p:sp>
        <p:nvSpPr>
          <p:cNvPr id="624" name="tx624"/>
          <p:cNvSpPr/>
          <p:nvPr/>
        </p:nvSpPr>
        <p:spPr>
          <a:xfrm rot="18900000">
            <a:off x="6904192" y="5088664"/>
            <a:ext cx="1143306" cy="1987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La Palma</a:t>
            </a:r>
          </a:p>
        </p:txBody>
      </p:sp>
      <p:sp>
        <p:nvSpPr>
          <p:cNvPr id="625" name="tx625"/>
          <p:cNvSpPr/>
          <p:nvPr/>
        </p:nvSpPr>
        <p:spPr>
          <a:xfrm rot="18900000">
            <a:off x="6861678" y="5160838"/>
            <a:ext cx="1353809" cy="20224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La Gomera</a:t>
            </a:r>
          </a:p>
        </p:txBody>
      </p:sp>
      <p:sp>
        <p:nvSpPr>
          <p:cNvPr id="626" name="tx626"/>
          <p:cNvSpPr/>
          <p:nvPr/>
        </p:nvSpPr>
        <p:spPr>
          <a:xfrm rot="18900000">
            <a:off x="7308249" y="5032095"/>
            <a:ext cx="992793" cy="20211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Tenerife</a:t>
            </a:r>
          </a:p>
        </p:txBody>
      </p:sp>
      <p:sp>
        <p:nvSpPr>
          <p:cNvPr id="627" name="tx627"/>
          <p:cNvSpPr/>
          <p:nvPr/>
        </p:nvSpPr>
        <p:spPr>
          <a:xfrm rot="18900000">
            <a:off x="6907323" y="5257483"/>
            <a:ext cx="1624572" cy="20224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Gran Canaria</a:t>
            </a:r>
          </a:p>
        </p:txBody>
      </p:sp>
      <p:sp>
        <p:nvSpPr>
          <p:cNvPr id="628" name="tx628"/>
          <p:cNvSpPr/>
          <p:nvPr/>
        </p:nvSpPr>
        <p:spPr>
          <a:xfrm rot="18900000">
            <a:off x="7406158" y="5110219"/>
            <a:ext cx="1203694" cy="1987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Lanzarote</a:t>
            </a:r>
          </a:p>
        </p:txBody>
      </p:sp>
      <p:sp>
        <p:nvSpPr>
          <p:cNvPr id="629" name="tx629"/>
          <p:cNvSpPr/>
          <p:nvPr/>
        </p:nvSpPr>
        <p:spPr>
          <a:xfrm rot="18900000">
            <a:off x="7133862" y="5281949"/>
            <a:ext cx="1684830" cy="1987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Fuerteventura</a:t>
            </a:r>
          </a:p>
        </p:txBody>
      </p:sp>
      <p:sp>
        <p:nvSpPr>
          <p:cNvPr id="630" name="tx630"/>
          <p:cNvSpPr/>
          <p:nvPr/>
        </p:nvSpPr>
        <p:spPr>
          <a:xfrm>
            <a:off x="6912905" y="1708354"/>
            <a:ext cx="526724" cy="19984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0.03</a:t>
            </a:r>
          </a:p>
        </p:txBody>
      </p:sp>
      <p:sp>
        <p:nvSpPr>
          <p:cNvPr id="631" name="tx631"/>
          <p:cNvSpPr/>
          <p:nvPr/>
        </p:nvSpPr>
        <p:spPr>
          <a:xfrm>
            <a:off x="6912905" y="1555364"/>
            <a:ext cx="526724" cy="1997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0.04</a:t>
            </a:r>
          </a:p>
        </p:txBody>
      </p:sp>
      <p:sp>
        <p:nvSpPr>
          <p:cNvPr id="632" name="tx632"/>
          <p:cNvSpPr/>
          <p:nvPr/>
        </p:nvSpPr>
        <p:spPr>
          <a:xfrm>
            <a:off x="6912905" y="1402242"/>
            <a:ext cx="526724" cy="1997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0.05</a:t>
            </a:r>
          </a:p>
        </p:txBody>
      </p:sp>
      <p:sp>
        <p:nvSpPr>
          <p:cNvPr id="633" name="tx633"/>
          <p:cNvSpPr/>
          <p:nvPr/>
        </p:nvSpPr>
        <p:spPr>
          <a:xfrm>
            <a:off x="6912905" y="1249120"/>
            <a:ext cx="526724" cy="1997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0.06</a:t>
            </a:r>
          </a:p>
        </p:txBody>
      </p:sp>
      <p:sp>
        <p:nvSpPr>
          <p:cNvPr id="634" name="tx634"/>
          <p:cNvSpPr/>
          <p:nvPr/>
        </p:nvSpPr>
        <p:spPr>
          <a:xfrm>
            <a:off x="6235538" y="2991285"/>
            <a:ext cx="1204091" cy="1997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21200000</a:t>
            </a:r>
          </a:p>
        </p:txBody>
      </p:sp>
      <p:sp>
        <p:nvSpPr>
          <p:cNvPr id="635" name="tx635"/>
          <p:cNvSpPr/>
          <p:nvPr/>
        </p:nvSpPr>
        <p:spPr>
          <a:xfrm>
            <a:off x="6235538" y="2827890"/>
            <a:ext cx="1204091" cy="1997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21400000</a:t>
            </a:r>
          </a:p>
        </p:txBody>
      </p:sp>
      <p:sp>
        <p:nvSpPr>
          <p:cNvPr id="636" name="tx636"/>
          <p:cNvSpPr/>
          <p:nvPr/>
        </p:nvSpPr>
        <p:spPr>
          <a:xfrm>
            <a:off x="6235538" y="2664496"/>
            <a:ext cx="1204091" cy="1997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21600000</a:t>
            </a:r>
          </a:p>
        </p:txBody>
      </p:sp>
      <p:sp>
        <p:nvSpPr>
          <p:cNvPr id="637" name="tx637"/>
          <p:cNvSpPr/>
          <p:nvPr/>
        </p:nvSpPr>
        <p:spPr>
          <a:xfrm>
            <a:off x="6235538" y="2501102"/>
            <a:ext cx="1204091" cy="1997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21800000</a:t>
            </a:r>
          </a:p>
        </p:txBody>
      </p:sp>
      <p:sp>
        <p:nvSpPr>
          <p:cNvPr id="638" name="tx638"/>
          <p:cNvSpPr/>
          <p:nvPr/>
        </p:nvSpPr>
        <p:spPr>
          <a:xfrm>
            <a:off x="6837583" y="4272866"/>
            <a:ext cx="602045" cy="1997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2000</a:t>
            </a:r>
          </a:p>
        </p:txBody>
      </p:sp>
      <p:sp>
        <p:nvSpPr>
          <p:cNvPr id="639" name="tx639"/>
          <p:cNvSpPr/>
          <p:nvPr/>
        </p:nvSpPr>
        <p:spPr>
          <a:xfrm>
            <a:off x="6837583" y="4052440"/>
            <a:ext cx="602045" cy="1997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2010</a:t>
            </a:r>
          </a:p>
        </p:txBody>
      </p:sp>
      <p:sp>
        <p:nvSpPr>
          <p:cNvPr id="640" name="tx640"/>
          <p:cNvSpPr/>
          <p:nvPr/>
        </p:nvSpPr>
        <p:spPr>
          <a:xfrm>
            <a:off x="6837583" y="3832014"/>
            <a:ext cx="602045" cy="1997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2020</a:t>
            </a:r>
          </a:p>
        </p:txBody>
      </p:sp>
      <p:sp>
        <p:nvSpPr>
          <p:cNvPr id="641" name="tx641"/>
          <p:cNvSpPr/>
          <p:nvPr/>
        </p:nvSpPr>
        <p:spPr>
          <a:xfrm>
            <a:off x="4542831" y="1727149"/>
            <a:ext cx="376211" cy="1997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</a:t>
            </a:r>
          </a:p>
        </p:txBody>
      </p:sp>
      <p:sp>
        <p:nvSpPr>
          <p:cNvPr id="642" name="tx642"/>
          <p:cNvSpPr/>
          <p:nvPr/>
        </p:nvSpPr>
        <p:spPr>
          <a:xfrm>
            <a:off x="4542831" y="1549128"/>
            <a:ext cx="376211" cy="1997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0.1</a:t>
            </a:r>
          </a:p>
        </p:txBody>
      </p:sp>
      <p:sp>
        <p:nvSpPr>
          <p:cNvPr id="643" name="tx643"/>
          <p:cNvSpPr/>
          <p:nvPr/>
        </p:nvSpPr>
        <p:spPr>
          <a:xfrm>
            <a:off x="4542831" y="1371107"/>
            <a:ext cx="376211" cy="1997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0.2</a:t>
            </a:r>
          </a:p>
        </p:txBody>
      </p:sp>
      <p:sp>
        <p:nvSpPr>
          <p:cNvPr id="644" name="tx644"/>
          <p:cNvSpPr/>
          <p:nvPr/>
        </p:nvSpPr>
        <p:spPr>
          <a:xfrm>
            <a:off x="4542831" y="1192952"/>
            <a:ext cx="376211" cy="19984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0.3</a:t>
            </a:r>
          </a:p>
        </p:txBody>
      </p:sp>
      <p:sp>
        <p:nvSpPr>
          <p:cNvPr id="645" name="tx645"/>
          <p:cNvSpPr/>
          <p:nvPr/>
        </p:nvSpPr>
        <p:spPr>
          <a:xfrm>
            <a:off x="4302199" y="2962117"/>
            <a:ext cx="616846" cy="1997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-0.25</a:t>
            </a:r>
          </a:p>
        </p:txBody>
      </p:sp>
      <p:sp>
        <p:nvSpPr>
          <p:cNvPr id="646" name="tx646"/>
          <p:cNvSpPr/>
          <p:nvPr/>
        </p:nvSpPr>
        <p:spPr>
          <a:xfrm>
            <a:off x="4302199" y="2767739"/>
            <a:ext cx="616846" cy="1997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-0.20</a:t>
            </a:r>
          </a:p>
        </p:txBody>
      </p:sp>
      <p:sp>
        <p:nvSpPr>
          <p:cNvPr id="647" name="tx647"/>
          <p:cNvSpPr/>
          <p:nvPr/>
        </p:nvSpPr>
        <p:spPr>
          <a:xfrm>
            <a:off x="4302199" y="2573361"/>
            <a:ext cx="616846" cy="1997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-0.15</a:t>
            </a:r>
          </a:p>
        </p:txBody>
      </p:sp>
      <p:sp>
        <p:nvSpPr>
          <p:cNvPr id="648" name="tx648"/>
          <p:cNvSpPr/>
          <p:nvPr/>
        </p:nvSpPr>
        <p:spPr>
          <a:xfrm>
            <a:off x="4618022" y="4403810"/>
            <a:ext cx="301023" cy="1997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19</a:t>
            </a:r>
          </a:p>
        </p:txBody>
      </p:sp>
      <p:sp>
        <p:nvSpPr>
          <p:cNvPr id="649" name="tx649"/>
          <p:cNvSpPr/>
          <p:nvPr/>
        </p:nvSpPr>
        <p:spPr>
          <a:xfrm>
            <a:off x="4618022" y="4226292"/>
            <a:ext cx="301023" cy="1997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650" name="tx650"/>
          <p:cNvSpPr/>
          <p:nvPr/>
        </p:nvSpPr>
        <p:spPr>
          <a:xfrm>
            <a:off x="4618022" y="4052110"/>
            <a:ext cx="301023" cy="19637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21</a:t>
            </a:r>
          </a:p>
        </p:txBody>
      </p:sp>
      <p:sp>
        <p:nvSpPr>
          <p:cNvPr id="651" name="tx651"/>
          <p:cNvSpPr/>
          <p:nvPr/>
        </p:nvSpPr>
        <p:spPr>
          <a:xfrm>
            <a:off x="4618022" y="3874590"/>
            <a:ext cx="301023" cy="19637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22</a:t>
            </a:r>
          </a:p>
        </p:txBody>
      </p:sp>
      <p:sp>
        <p:nvSpPr>
          <p:cNvPr id="652" name="tx652"/>
          <p:cNvSpPr/>
          <p:nvPr/>
        </p:nvSpPr>
        <p:spPr>
          <a:xfrm>
            <a:off x="2308469" y="1727056"/>
            <a:ext cx="677234" cy="1997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0.000</a:t>
            </a:r>
          </a:p>
        </p:txBody>
      </p:sp>
      <p:sp>
        <p:nvSpPr>
          <p:cNvPr id="653" name="tx653"/>
          <p:cNvSpPr/>
          <p:nvPr/>
        </p:nvSpPr>
        <p:spPr>
          <a:xfrm>
            <a:off x="2308469" y="1586849"/>
            <a:ext cx="677234" cy="1997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0.005</a:t>
            </a:r>
          </a:p>
        </p:txBody>
      </p:sp>
      <p:sp>
        <p:nvSpPr>
          <p:cNvPr id="654" name="tx654"/>
          <p:cNvSpPr/>
          <p:nvPr/>
        </p:nvSpPr>
        <p:spPr>
          <a:xfrm>
            <a:off x="2308469" y="1446642"/>
            <a:ext cx="677234" cy="1997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0.010</a:t>
            </a:r>
          </a:p>
        </p:txBody>
      </p:sp>
      <p:sp>
        <p:nvSpPr>
          <p:cNvPr id="655" name="tx655"/>
          <p:cNvSpPr/>
          <p:nvPr/>
        </p:nvSpPr>
        <p:spPr>
          <a:xfrm>
            <a:off x="2308469" y="1306436"/>
            <a:ext cx="677234" cy="1997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0.015</a:t>
            </a:r>
          </a:p>
        </p:txBody>
      </p:sp>
      <p:sp>
        <p:nvSpPr>
          <p:cNvPr id="656" name="tx656"/>
          <p:cNvSpPr/>
          <p:nvPr/>
        </p:nvSpPr>
        <p:spPr>
          <a:xfrm>
            <a:off x="2308469" y="1166229"/>
            <a:ext cx="677234" cy="1997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0.020</a:t>
            </a:r>
          </a:p>
        </p:txBody>
      </p:sp>
      <p:sp>
        <p:nvSpPr>
          <p:cNvPr id="657" name="tx657"/>
          <p:cNvSpPr/>
          <p:nvPr/>
        </p:nvSpPr>
        <p:spPr>
          <a:xfrm>
            <a:off x="2609492" y="3073562"/>
            <a:ext cx="376211" cy="19637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1.1</a:t>
            </a:r>
          </a:p>
        </p:txBody>
      </p:sp>
      <p:sp>
        <p:nvSpPr>
          <p:cNvPr id="658" name="tx658"/>
          <p:cNvSpPr/>
          <p:nvPr/>
        </p:nvSpPr>
        <p:spPr>
          <a:xfrm>
            <a:off x="2609492" y="2942320"/>
            <a:ext cx="376211" cy="19637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1.2</a:t>
            </a:r>
          </a:p>
        </p:txBody>
      </p:sp>
      <p:sp>
        <p:nvSpPr>
          <p:cNvPr id="659" name="tx659"/>
          <p:cNvSpPr/>
          <p:nvPr/>
        </p:nvSpPr>
        <p:spPr>
          <a:xfrm>
            <a:off x="2609492" y="2807609"/>
            <a:ext cx="376211" cy="19984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1.3</a:t>
            </a:r>
          </a:p>
        </p:txBody>
      </p:sp>
      <p:sp>
        <p:nvSpPr>
          <p:cNvPr id="660" name="tx660"/>
          <p:cNvSpPr/>
          <p:nvPr/>
        </p:nvSpPr>
        <p:spPr>
          <a:xfrm>
            <a:off x="2609492" y="2679836"/>
            <a:ext cx="376211" cy="19637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1.4</a:t>
            </a:r>
          </a:p>
        </p:txBody>
      </p:sp>
      <p:sp>
        <p:nvSpPr>
          <p:cNvPr id="661" name="tx661"/>
          <p:cNvSpPr/>
          <p:nvPr/>
        </p:nvSpPr>
        <p:spPr>
          <a:xfrm>
            <a:off x="2609492" y="2545257"/>
            <a:ext cx="376211" cy="1997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1.5</a:t>
            </a:r>
          </a:p>
        </p:txBody>
      </p:sp>
      <p:sp>
        <p:nvSpPr>
          <p:cNvPr id="662" name="tx662"/>
          <p:cNvSpPr/>
          <p:nvPr/>
        </p:nvSpPr>
        <p:spPr>
          <a:xfrm>
            <a:off x="2609492" y="4287424"/>
            <a:ext cx="376211" cy="1997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1.5</a:t>
            </a:r>
          </a:p>
        </p:txBody>
      </p:sp>
      <p:sp>
        <p:nvSpPr>
          <p:cNvPr id="663" name="tx663"/>
          <p:cNvSpPr/>
          <p:nvPr/>
        </p:nvSpPr>
        <p:spPr>
          <a:xfrm>
            <a:off x="2609492" y="4115204"/>
            <a:ext cx="376211" cy="19637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1.7</a:t>
            </a:r>
          </a:p>
        </p:txBody>
      </p:sp>
      <p:sp>
        <p:nvSpPr>
          <p:cNvPr id="664" name="tx664"/>
          <p:cNvSpPr/>
          <p:nvPr/>
        </p:nvSpPr>
        <p:spPr>
          <a:xfrm>
            <a:off x="2609492" y="3936313"/>
            <a:ext cx="376211" cy="1997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1.9</a:t>
            </a:r>
          </a:p>
        </p:txBody>
      </p:sp>
      <p:sp>
        <p:nvSpPr>
          <p:cNvPr id="665" name="tx665"/>
          <p:cNvSpPr/>
          <p:nvPr/>
        </p:nvSpPr>
        <p:spPr>
          <a:xfrm>
            <a:off x="841465" y="1747205"/>
            <a:ext cx="150510" cy="19637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666" name="tx666"/>
          <p:cNvSpPr/>
          <p:nvPr/>
        </p:nvSpPr>
        <p:spPr>
          <a:xfrm>
            <a:off x="841465" y="1569917"/>
            <a:ext cx="150510" cy="19557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667" name="tx667"/>
          <p:cNvSpPr/>
          <p:nvPr/>
        </p:nvSpPr>
        <p:spPr>
          <a:xfrm>
            <a:off x="841465" y="1387694"/>
            <a:ext cx="150510" cy="1997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6</a:t>
            </a:r>
          </a:p>
        </p:txBody>
      </p:sp>
      <p:sp>
        <p:nvSpPr>
          <p:cNvPr id="668" name="tx668"/>
          <p:cNvSpPr/>
          <p:nvPr/>
        </p:nvSpPr>
        <p:spPr>
          <a:xfrm>
            <a:off x="841465" y="1209605"/>
            <a:ext cx="150510" cy="1997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8</a:t>
            </a:r>
          </a:p>
        </p:txBody>
      </p:sp>
      <p:sp>
        <p:nvSpPr>
          <p:cNvPr id="669" name="tx669"/>
          <p:cNvSpPr/>
          <p:nvPr/>
        </p:nvSpPr>
        <p:spPr>
          <a:xfrm>
            <a:off x="465252" y="2930346"/>
            <a:ext cx="526724" cy="19984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36.6</a:t>
            </a:r>
          </a:p>
        </p:txBody>
      </p:sp>
      <p:sp>
        <p:nvSpPr>
          <p:cNvPr id="670" name="tx670"/>
          <p:cNvSpPr/>
          <p:nvPr/>
        </p:nvSpPr>
        <p:spPr>
          <a:xfrm>
            <a:off x="465252" y="2750265"/>
            <a:ext cx="526724" cy="19984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36.8</a:t>
            </a:r>
          </a:p>
        </p:txBody>
      </p:sp>
      <p:sp>
        <p:nvSpPr>
          <p:cNvPr id="671" name="tx671"/>
          <p:cNvSpPr/>
          <p:nvPr/>
        </p:nvSpPr>
        <p:spPr>
          <a:xfrm>
            <a:off x="465252" y="2570183"/>
            <a:ext cx="526724" cy="19984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37.0</a:t>
            </a:r>
          </a:p>
        </p:txBody>
      </p:sp>
      <p:sp>
        <p:nvSpPr>
          <p:cNvPr id="672" name="tx672"/>
          <p:cNvSpPr/>
          <p:nvPr/>
        </p:nvSpPr>
        <p:spPr>
          <a:xfrm>
            <a:off x="465252" y="4322779"/>
            <a:ext cx="526724" cy="1997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20.0</a:t>
            </a:r>
          </a:p>
        </p:txBody>
      </p:sp>
      <p:sp>
        <p:nvSpPr>
          <p:cNvPr id="673" name="tx673"/>
          <p:cNvSpPr/>
          <p:nvPr/>
        </p:nvSpPr>
        <p:spPr>
          <a:xfrm>
            <a:off x="465252" y="4175047"/>
            <a:ext cx="526724" cy="1997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20.5</a:t>
            </a:r>
          </a:p>
        </p:txBody>
      </p:sp>
      <p:sp>
        <p:nvSpPr>
          <p:cNvPr id="674" name="tx674"/>
          <p:cNvSpPr/>
          <p:nvPr/>
        </p:nvSpPr>
        <p:spPr>
          <a:xfrm>
            <a:off x="465252" y="4027316"/>
            <a:ext cx="526724" cy="1997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21.0</a:t>
            </a:r>
          </a:p>
        </p:txBody>
      </p:sp>
      <p:sp>
        <p:nvSpPr>
          <p:cNvPr id="675" name="tx675"/>
          <p:cNvSpPr/>
          <p:nvPr/>
        </p:nvSpPr>
        <p:spPr>
          <a:xfrm>
            <a:off x="465252" y="3879585"/>
            <a:ext cx="526724" cy="19970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21.5</a:t>
            </a:r>
          </a:p>
        </p:txBody>
      </p:sp>
      <p:sp>
        <p:nvSpPr>
          <p:cNvPr id="676" name="tx676"/>
          <p:cNvSpPr/>
          <p:nvPr/>
        </p:nvSpPr>
        <p:spPr>
          <a:xfrm>
            <a:off x="4602410" y="6174701"/>
            <a:ext cx="526426" cy="24846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Isla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106</Words>
  <Application>Microsoft Office PowerPoint</Application>
  <PresentationFormat>Presentación en pantalla (4:3)</PresentationFormat>
  <Paragraphs>87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/>
  <cp:lastModifiedBy>Usuario</cp:lastModifiedBy>
  <cp:revision>5</cp:revision>
  <dcterms:created xsi:type="dcterms:W3CDTF">2017-02-13T16:18:36Z</dcterms:created>
  <dcterms:modified xsi:type="dcterms:W3CDTF">2024-11-11T14:24:57Z</dcterms:modified>
  <cp:category/>
</cp:coreProperties>
</file>