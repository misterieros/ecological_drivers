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84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image" Target="../media/image10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8.emf"/><Relationship Id="rId4" Type="http://schemas.openxmlformats.org/officeDocument/2006/relationships/image" Target="../media/image9.emf"/><Relationship Id="rId9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upo 237"/>
          <p:cNvGrpSpPr/>
          <p:nvPr/>
        </p:nvGrpSpPr>
        <p:grpSpPr>
          <a:xfrm>
            <a:off x="899592" y="836712"/>
            <a:ext cx="7474024" cy="5394920"/>
            <a:chOff x="902017" y="836712"/>
            <a:chExt cx="6249888" cy="5394920"/>
          </a:xfrm>
        </p:grpSpPr>
        <p:sp>
          <p:nvSpPr>
            <p:cNvPr id="3" name="rc3"/>
            <p:cNvSpPr/>
            <p:nvPr/>
          </p:nvSpPr>
          <p:spPr>
            <a:xfrm>
              <a:off x="902017" y="836712"/>
              <a:ext cx="6249888" cy="5394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pl4"/>
            <p:cNvSpPr/>
            <p:nvPr/>
          </p:nvSpPr>
          <p:spPr>
            <a:xfrm>
              <a:off x="1942498" y="4932591"/>
              <a:ext cx="3859838" cy="0"/>
            </a:xfrm>
            <a:custGeom>
              <a:avLst/>
              <a:gdLst/>
              <a:ahLst/>
              <a:cxnLst/>
              <a:rect l="0" t="0" r="0" b="0"/>
              <a:pathLst>
                <a:path w="1835846">
                  <a:moveTo>
                    <a:pt x="0" y="0"/>
                  </a:moveTo>
                  <a:lnTo>
                    <a:pt x="1835846" y="0"/>
                  </a:lnTo>
                  <a:lnTo>
                    <a:pt x="18358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pl5"/>
            <p:cNvSpPr/>
            <p:nvPr/>
          </p:nvSpPr>
          <p:spPr>
            <a:xfrm>
              <a:off x="1942498" y="3945993"/>
              <a:ext cx="3859838" cy="0"/>
            </a:xfrm>
            <a:custGeom>
              <a:avLst/>
              <a:gdLst/>
              <a:ahLst/>
              <a:cxnLst/>
              <a:rect l="0" t="0" r="0" b="0"/>
              <a:pathLst>
                <a:path w="1835846">
                  <a:moveTo>
                    <a:pt x="0" y="0"/>
                  </a:moveTo>
                  <a:lnTo>
                    <a:pt x="1835846" y="0"/>
                  </a:lnTo>
                  <a:lnTo>
                    <a:pt x="18358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pl6"/>
            <p:cNvSpPr/>
            <p:nvPr/>
          </p:nvSpPr>
          <p:spPr>
            <a:xfrm>
              <a:off x="1942498" y="2959392"/>
              <a:ext cx="3859838" cy="0"/>
            </a:xfrm>
            <a:custGeom>
              <a:avLst/>
              <a:gdLst/>
              <a:ahLst/>
              <a:cxnLst/>
              <a:rect l="0" t="0" r="0" b="0"/>
              <a:pathLst>
                <a:path w="1835846">
                  <a:moveTo>
                    <a:pt x="0" y="0"/>
                  </a:moveTo>
                  <a:lnTo>
                    <a:pt x="1835846" y="0"/>
                  </a:lnTo>
                  <a:lnTo>
                    <a:pt x="18358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pl7"/>
            <p:cNvSpPr/>
            <p:nvPr/>
          </p:nvSpPr>
          <p:spPr>
            <a:xfrm>
              <a:off x="1942498" y="1972792"/>
              <a:ext cx="3859838" cy="0"/>
            </a:xfrm>
            <a:custGeom>
              <a:avLst/>
              <a:gdLst/>
              <a:ahLst/>
              <a:cxnLst/>
              <a:rect l="0" t="0" r="0" b="0"/>
              <a:pathLst>
                <a:path w="1835846">
                  <a:moveTo>
                    <a:pt x="0" y="0"/>
                  </a:moveTo>
                  <a:lnTo>
                    <a:pt x="1835846" y="0"/>
                  </a:lnTo>
                  <a:lnTo>
                    <a:pt x="18358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pl8"/>
            <p:cNvSpPr/>
            <p:nvPr/>
          </p:nvSpPr>
          <p:spPr>
            <a:xfrm>
              <a:off x="2460288" y="1415806"/>
              <a:ext cx="0" cy="4029293"/>
            </a:xfrm>
            <a:custGeom>
              <a:avLst/>
              <a:gdLst/>
              <a:ahLst/>
              <a:cxnLst/>
              <a:rect l="0" t="0" r="0" b="0"/>
              <a:pathLst>
                <a:path h="2048808">
                  <a:moveTo>
                    <a:pt x="0" y="20488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pl9"/>
            <p:cNvSpPr/>
            <p:nvPr/>
          </p:nvSpPr>
          <p:spPr>
            <a:xfrm>
              <a:off x="3355273" y="1415806"/>
              <a:ext cx="0" cy="4029293"/>
            </a:xfrm>
            <a:custGeom>
              <a:avLst/>
              <a:gdLst/>
              <a:ahLst/>
              <a:cxnLst/>
              <a:rect l="0" t="0" r="0" b="0"/>
              <a:pathLst>
                <a:path h="2048808">
                  <a:moveTo>
                    <a:pt x="0" y="20488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pl10"/>
            <p:cNvSpPr/>
            <p:nvPr/>
          </p:nvSpPr>
          <p:spPr>
            <a:xfrm>
              <a:off x="4250261" y="1415806"/>
              <a:ext cx="0" cy="4029293"/>
            </a:xfrm>
            <a:custGeom>
              <a:avLst/>
              <a:gdLst/>
              <a:ahLst/>
              <a:cxnLst/>
              <a:rect l="0" t="0" r="0" b="0"/>
              <a:pathLst>
                <a:path h="2048808">
                  <a:moveTo>
                    <a:pt x="0" y="20488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pl11"/>
            <p:cNvSpPr/>
            <p:nvPr/>
          </p:nvSpPr>
          <p:spPr>
            <a:xfrm>
              <a:off x="5145247" y="1415806"/>
              <a:ext cx="0" cy="4029293"/>
            </a:xfrm>
            <a:custGeom>
              <a:avLst/>
              <a:gdLst/>
              <a:ahLst/>
              <a:cxnLst/>
              <a:rect l="0" t="0" r="0" b="0"/>
              <a:pathLst>
                <a:path h="2048808">
                  <a:moveTo>
                    <a:pt x="0" y="20488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pl12"/>
            <p:cNvSpPr/>
            <p:nvPr/>
          </p:nvSpPr>
          <p:spPr>
            <a:xfrm>
              <a:off x="1942498" y="5425893"/>
              <a:ext cx="3859838" cy="0"/>
            </a:xfrm>
            <a:custGeom>
              <a:avLst/>
              <a:gdLst/>
              <a:ahLst/>
              <a:cxnLst/>
              <a:rect l="0" t="0" r="0" b="0"/>
              <a:pathLst>
                <a:path w="1835846">
                  <a:moveTo>
                    <a:pt x="0" y="0"/>
                  </a:moveTo>
                  <a:lnTo>
                    <a:pt x="1835846" y="0"/>
                  </a:lnTo>
                  <a:lnTo>
                    <a:pt x="183584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pl13"/>
            <p:cNvSpPr/>
            <p:nvPr/>
          </p:nvSpPr>
          <p:spPr>
            <a:xfrm>
              <a:off x="1942498" y="4439292"/>
              <a:ext cx="3859838" cy="0"/>
            </a:xfrm>
            <a:custGeom>
              <a:avLst/>
              <a:gdLst/>
              <a:ahLst/>
              <a:cxnLst/>
              <a:rect l="0" t="0" r="0" b="0"/>
              <a:pathLst>
                <a:path w="1835846">
                  <a:moveTo>
                    <a:pt x="0" y="0"/>
                  </a:moveTo>
                  <a:lnTo>
                    <a:pt x="1835846" y="0"/>
                  </a:lnTo>
                  <a:lnTo>
                    <a:pt x="183584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pl14"/>
            <p:cNvSpPr/>
            <p:nvPr/>
          </p:nvSpPr>
          <p:spPr>
            <a:xfrm>
              <a:off x="1942498" y="3452692"/>
              <a:ext cx="3859838" cy="0"/>
            </a:xfrm>
            <a:custGeom>
              <a:avLst/>
              <a:gdLst/>
              <a:ahLst/>
              <a:cxnLst/>
              <a:rect l="0" t="0" r="0" b="0"/>
              <a:pathLst>
                <a:path w="1835846">
                  <a:moveTo>
                    <a:pt x="0" y="0"/>
                  </a:moveTo>
                  <a:lnTo>
                    <a:pt x="1835846" y="0"/>
                  </a:lnTo>
                  <a:lnTo>
                    <a:pt x="183584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pl15"/>
            <p:cNvSpPr/>
            <p:nvPr/>
          </p:nvSpPr>
          <p:spPr>
            <a:xfrm>
              <a:off x="1942498" y="2466091"/>
              <a:ext cx="3859838" cy="0"/>
            </a:xfrm>
            <a:custGeom>
              <a:avLst/>
              <a:gdLst/>
              <a:ahLst/>
              <a:cxnLst/>
              <a:rect l="0" t="0" r="0" b="0"/>
              <a:pathLst>
                <a:path w="1835846">
                  <a:moveTo>
                    <a:pt x="0" y="0"/>
                  </a:moveTo>
                  <a:lnTo>
                    <a:pt x="1835846" y="0"/>
                  </a:lnTo>
                  <a:lnTo>
                    <a:pt x="183584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pl16"/>
            <p:cNvSpPr/>
            <p:nvPr/>
          </p:nvSpPr>
          <p:spPr>
            <a:xfrm>
              <a:off x="1942498" y="1479491"/>
              <a:ext cx="3859838" cy="0"/>
            </a:xfrm>
            <a:custGeom>
              <a:avLst/>
              <a:gdLst/>
              <a:ahLst/>
              <a:cxnLst/>
              <a:rect l="0" t="0" r="0" b="0"/>
              <a:pathLst>
                <a:path w="1835846">
                  <a:moveTo>
                    <a:pt x="0" y="0"/>
                  </a:moveTo>
                  <a:lnTo>
                    <a:pt x="1835846" y="0"/>
                  </a:lnTo>
                  <a:lnTo>
                    <a:pt x="183584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pl17"/>
            <p:cNvSpPr/>
            <p:nvPr/>
          </p:nvSpPr>
          <p:spPr>
            <a:xfrm>
              <a:off x="2012795" y="1415806"/>
              <a:ext cx="0" cy="4029293"/>
            </a:xfrm>
            <a:custGeom>
              <a:avLst/>
              <a:gdLst/>
              <a:ahLst/>
              <a:cxnLst/>
              <a:rect l="0" t="0" r="0" b="0"/>
              <a:pathLst>
                <a:path h="2048808">
                  <a:moveTo>
                    <a:pt x="0" y="20488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pl18"/>
            <p:cNvSpPr/>
            <p:nvPr/>
          </p:nvSpPr>
          <p:spPr>
            <a:xfrm>
              <a:off x="2907780" y="1415806"/>
              <a:ext cx="0" cy="4029293"/>
            </a:xfrm>
            <a:custGeom>
              <a:avLst/>
              <a:gdLst/>
              <a:ahLst/>
              <a:cxnLst/>
              <a:rect l="0" t="0" r="0" b="0"/>
              <a:pathLst>
                <a:path h="2048808">
                  <a:moveTo>
                    <a:pt x="0" y="20488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pl19"/>
            <p:cNvSpPr/>
            <p:nvPr/>
          </p:nvSpPr>
          <p:spPr>
            <a:xfrm>
              <a:off x="3802766" y="1415806"/>
              <a:ext cx="0" cy="4029293"/>
            </a:xfrm>
            <a:custGeom>
              <a:avLst/>
              <a:gdLst/>
              <a:ahLst/>
              <a:cxnLst/>
              <a:rect l="0" t="0" r="0" b="0"/>
              <a:pathLst>
                <a:path h="2048808">
                  <a:moveTo>
                    <a:pt x="0" y="20488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pl20"/>
            <p:cNvSpPr/>
            <p:nvPr/>
          </p:nvSpPr>
          <p:spPr>
            <a:xfrm>
              <a:off x="4697754" y="1415806"/>
              <a:ext cx="0" cy="4029293"/>
            </a:xfrm>
            <a:custGeom>
              <a:avLst/>
              <a:gdLst/>
              <a:ahLst/>
              <a:cxnLst/>
              <a:rect l="0" t="0" r="0" b="0"/>
              <a:pathLst>
                <a:path h="2048808">
                  <a:moveTo>
                    <a:pt x="0" y="20488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pl21"/>
            <p:cNvSpPr/>
            <p:nvPr/>
          </p:nvSpPr>
          <p:spPr>
            <a:xfrm>
              <a:off x="5592740" y="1415806"/>
              <a:ext cx="0" cy="4029293"/>
            </a:xfrm>
            <a:custGeom>
              <a:avLst/>
              <a:gdLst/>
              <a:ahLst/>
              <a:cxnLst/>
              <a:rect l="0" t="0" r="0" b="0"/>
              <a:pathLst>
                <a:path h="2048808">
                  <a:moveTo>
                    <a:pt x="0" y="20488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pt22"/>
            <p:cNvSpPr/>
            <p:nvPr/>
          </p:nvSpPr>
          <p:spPr>
            <a:xfrm>
              <a:off x="4280028" y="3186234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pt23"/>
            <p:cNvSpPr/>
            <p:nvPr/>
          </p:nvSpPr>
          <p:spPr>
            <a:xfrm>
              <a:off x="4164101" y="4019526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pt24"/>
            <p:cNvSpPr/>
            <p:nvPr/>
          </p:nvSpPr>
          <p:spPr>
            <a:xfrm>
              <a:off x="4821742" y="3359077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pt25"/>
            <p:cNvSpPr/>
            <p:nvPr/>
          </p:nvSpPr>
          <p:spPr>
            <a:xfrm>
              <a:off x="4936813" y="3348622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pt26"/>
            <p:cNvSpPr/>
            <p:nvPr/>
          </p:nvSpPr>
          <p:spPr>
            <a:xfrm>
              <a:off x="4794727" y="3207472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pt27"/>
            <p:cNvSpPr/>
            <p:nvPr/>
          </p:nvSpPr>
          <p:spPr>
            <a:xfrm>
              <a:off x="4653694" y="3451449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pt28"/>
            <p:cNvSpPr/>
            <p:nvPr/>
          </p:nvSpPr>
          <p:spPr>
            <a:xfrm>
              <a:off x="5065100" y="3401087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pt29"/>
            <p:cNvSpPr/>
            <p:nvPr/>
          </p:nvSpPr>
          <p:spPr>
            <a:xfrm>
              <a:off x="4835809" y="3689536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pt30"/>
            <p:cNvSpPr/>
            <p:nvPr/>
          </p:nvSpPr>
          <p:spPr>
            <a:xfrm>
              <a:off x="4828402" y="3138234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pt31"/>
            <p:cNvSpPr/>
            <p:nvPr/>
          </p:nvSpPr>
          <p:spPr>
            <a:xfrm>
              <a:off x="4719155" y="4130221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pt32"/>
            <p:cNvSpPr/>
            <p:nvPr/>
          </p:nvSpPr>
          <p:spPr>
            <a:xfrm>
              <a:off x="5094985" y="3671372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pt33"/>
            <p:cNvSpPr/>
            <p:nvPr/>
          </p:nvSpPr>
          <p:spPr>
            <a:xfrm>
              <a:off x="5119247" y="3306931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pt34"/>
            <p:cNvSpPr/>
            <p:nvPr/>
          </p:nvSpPr>
          <p:spPr>
            <a:xfrm>
              <a:off x="4758755" y="4505785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pt35"/>
            <p:cNvSpPr/>
            <p:nvPr/>
          </p:nvSpPr>
          <p:spPr>
            <a:xfrm>
              <a:off x="4972952" y="4401251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pt36"/>
            <p:cNvSpPr/>
            <p:nvPr/>
          </p:nvSpPr>
          <p:spPr>
            <a:xfrm>
              <a:off x="4652982" y="4158258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pt37"/>
            <p:cNvSpPr/>
            <p:nvPr/>
          </p:nvSpPr>
          <p:spPr>
            <a:xfrm>
              <a:off x="5089216" y="3880790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pt38"/>
            <p:cNvSpPr/>
            <p:nvPr/>
          </p:nvSpPr>
          <p:spPr>
            <a:xfrm>
              <a:off x="4940690" y="3823291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pt39"/>
            <p:cNvSpPr/>
            <p:nvPr/>
          </p:nvSpPr>
          <p:spPr>
            <a:xfrm>
              <a:off x="2840062" y="1608629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pt40"/>
            <p:cNvSpPr/>
            <p:nvPr/>
          </p:nvSpPr>
          <p:spPr>
            <a:xfrm>
              <a:off x="2280267" y="3930307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pt41"/>
            <p:cNvSpPr/>
            <p:nvPr/>
          </p:nvSpPr>
          <p:spPr>
            <a:xfrm>
              <a:off x="3027208" y="2906021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pt42"/>
            <p:cNvSpPr/>
            <p:nvPr/>
          </p:nvSpPr>
          <p:spPr>
            <a:xfrm>
              <a:off x="3128676" y="2976577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pt43"/>
            <p:cNvSpPr/>
            <p:nvPr/>
          </p:nvSpPr>
          <p:spPr>
            <a:xfrm>
              <a:off x="2920351" y="3117344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pt44"/>
            <p:cNvSpPr/>
            <p:nvPr/>
          </p:nvSpPr>
          <p:spPr>
            <a:xfrm>
              <a:off x="2606717" y="2338784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pt45"/>
            <p:cNvSpPr/>
            <p:nvPr/>
          </p:nvSpPr>
          <p:spPr>
            <a:xfrm>
              <a:off x="2628589" y="3122058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pt46"/>
            <p:cNvSpPr/>
            <p:nvPr/>
          </p:nvSpPr>
          <p:spPr>
            <a:xfrm>
              <a:off x="2676326" y="3442414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pt47"/>
            <p:cNvSpPr/>
            <p:nvPr/>
          </p:nvSpPr>
          <p:spPr>
            <a:xfrm>
              <a:off x="2548119" y="3586186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pt48"/>
            <p:cNvSpPr/>
            <p:nvPr/>
          </p:nvSpPr>
          <p:spPr>
            <a:xfrm>
              <a:off x="2539947" y="3593817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pt49"/>
            <p:cNvSpPr/>
            <p:nvPr/>
          </p:nvSpPr>
          <p:spPr>
            <a:xfrm>
              <a:off x="2997971" y="3383965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pt50"/>
            <p:cNvSpPr/>
            <p:nvPr/>
          </p:nvSpPr>
          <p:spPr>
            <a:xfrm>
              <a:off x="2496343" y="4340963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pt51"/>
            <p:cNvSpPr/>
            <p:nvPr/>
          </p:nvSpPr>
          <p:spPr>
            <a:xfrm>
              <a:off x="2656752" y="3702366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pt52"/>
            <p:cNvSpPr/>
            <p:nvPr/>
          </p:nvSpPr>
          <p:spPr>
            <a:xfrm>
              <a:off x="2502287" y="2807801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pt53"/>
            <p:cNvSpPr/>
            <p:nvPr/>
          </p:nvSpPr>
          <p:spPr>
            <a:xfrm>
              <a:off x="2915688" y="3477147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pt54"/>
            <p:cNvSpPr/>
            <p:nvPr/>
          </p:nvSpPr>
          <p:spPr>
            <a:xfrm>
              <a:off x="3207832" y="3405055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pt55"/>
            <p:cNvSpPr/>
            <p:nvPr/>
          </p:nvSpPr>
          <p:spPr>
            <a:xfrm>
              <a:off x="2759250" y="4488712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pt56"/>
            <p:cNvSpPr/>
            <p:nvPr/>
          </p:nvSpPr>
          <p:spPr>
            <a:xfrm>
              <a:off x="2906458" y="4018613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pt57"/>
            <p:cNvSpPr/>
            <p:nvPr/>
          </p:nvSpPr>
          <p:spPr>
            <a:xfrm>
              <a:off x="2489830" y="4300743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pt58"/>
            <p:cNvSpPr/>
            <p:nvPr/>
          </p:nvSpPr>
          <p:spPr>
            <a:xfrm>
              <a:off x="2700238" y="4263033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pt59"/>
            <p:cNvSpPr/>
            <p:nvPr/>
          </p:nvSpPr>
          <p:spPr>
            <a:xfrm>
              <a:off x="3620666" y="2213412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pt60"/>
            <p:cNvSpPr/>
            <p:nvPr/>
          </p:nvSpPr>
          <p:spPr>
            <a:xfrm>
              <a:off x="3154528" y="3426842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pt61"/>
            <p:cNvSpPr/>
            <p:nvPr/>
          </p:nvSpPr>
          <p:spPr>
            <a:xfrm>
              <a:off x="3293824" y="2581121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pt62"/>
            <p:cNvSpPr/>
            <p:nvPr/>
          </p:nvSpPr>
          <p:spPr>
            <a:xfrm>
              <a:off x="3794079" y="2873277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pt63"/>
            <p:cNvSpPr/>
            <p:nvPr/>
          </p:nvSpPr>
          <p:spPr>
            <a:xfrm>
              <a:off x="4063327" y="2705000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pt64"/>
            <p:cNvSpPr/>
            <p:nvPr/>
          </p:nvSpPr>
          <p:spPr>
            <a:xfrm>
              <a:off x="3821400" y="2689542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pt65"/>
            <p:cNvSpPr/>
            <p:nvPr/>
          </p:nvSpPr>
          <p:spPr>
            <a:xfrm>
              <a:off x="3566157" y="2814098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pt66"/>
            <p:cNvSpPr/>
            <p:nvPr/>
          </p:nvSpPr>
          <p:spPr>
            <a:xfrm>
              <a:off x="3288471" y="2233741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pt67"/>
            <p:cNvSpPr/>
            <p:nvPr/>
          </p:nvSpPr>
          <p:spPr>
            <a:xfrm>
              <a:off x="3599416" y="2812033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pt68"/>
            <p:cNvSpPr/>
            <p:nvPr/>
          </p:nvSpPr>
          <p:spPr>
            <a:xfrm>
              <a:off x="3437014" y="2922695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pt69"/>
            <p:cNvSpPr/>
            <p:nvPr/>
          </p:nvSpPr>
          <p:spPr>
            <a:xfrm>
              <a:off x="3630001" y="3068038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pt70"/>
            <p:cNvSpPr/>
            <p:nvPr/>
          </p:nvSpPr>
          <p:spPr>
            <a:xfrm>
              <a:off x="3915411" y="3131565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pt71"/>
            <p:cNvSpPr/>
            <p:nvPr/>
          </p:nvSpPr>
          <p:spPr>
            <a:xfrm>
              <a:off x="3446946" y="3420936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pt72"/>
            <p:cNvSpPr/>
            <p:nvPr/>
          </p:nvSpPr>
          <p:spPr>
            <a:xfrm>
              <a:off x="3630436" y="3178092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pt73"/>
            <p:cNvSpPr/>
            <p:nvPr/>
          </p:nvSpPr>
          <p:spPr>
            <a:xfrm>
              <a:off x="3791459" y="2108005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pt74"/>
            <p:cNvSpPr/>
            <p:nvPr/>
          </p:nvSpPr>
          <p:spPr>
            <a:xfrm>
              <a:off x="3760021" y="3694792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pt75"/>
            <p:cNvSpPr/>
            <p:nvPr/>
          </p:nvSpPr>
          <p:spPr>
            <a:xfrm>
              <a:off x="4106626" y="3445161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pt76"/>
            <p:cNvSpPr/>
            <p:nvPr/>
          </p:nvSpPr>
          <p:spPr>
            <a:xfrm>
              <a:off x="4101584" y="3103369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pt77"/>
            <p:cNvSpPr/>
            <p:nvPr/>
          </p:nvSpPr>
          <p:spPr>
            <a:xfrm>
              <a:off x="3655083" y="3933487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pt78"/>
            <p:cNvSpPr/>
            <p:nvPr/>
          </p:nvSpPr>
          <p:spPr>
            <a:xfrm>
              <a:off x="3864327" y="3608350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pt79"/>
            <p:cNvSpPr/>
            <p:nvPr/>
          </p:nvSpPr>
          <p:spPr>
            <a:xfrm>
              <a:off x="3446078" y="4068094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pt80"/>
            <p:cNvSpPr/>
            <p:nvPr/>
          </p:nvSpPr>
          <p:spPr>
            <a:xfrm>
              <a:off x="3676926" y="3646816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pt81"/>
            <p:cNvSpPr/>
            <p:nvPr/>
          </p:nvSpPr>
          <p:spPr>
            <a:xfrm>
              <a:off x="3956773" y="3566824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pt82"/>
            <p:cNvSpPr/>
            <p:nvPr/>
          </p:nvSpPr>
          <p:spPr>
            <a:xfrm>
              <a:off x="3327384" y="3801241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pt83"/>
            <p:cNvSpPr/>
            <p:nvPr/>
          </p:nvSpPr>
          <p:spPr>
            <a:xfrm>
              <a:off x="3508284" y="3720318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pt84"/>
            <p:cNvSpPr/>
            <p:nvPr/>
          </p:nvSpPr>
          <p:spPr>
            <a:xfrm>
              <a:off x="3955459" y="2732631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pt85"/>
            <p:cNvSpPr/>
            <p:nvPr/>
          </p:nvSpPr>
          <p:spPr>
            <a:xfrm>
              <a:off x="4164204" y="3355854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pt86"/>
            <p:cNvSpPr/>
            <p:nvPr/>
          </p:nvSpPr>
          <p:spPr>
            <a:xfrm>
              <a:off x="4559099" y="3087663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pt87"/>
            <p:cNvSpPr/>
            <p:nvPr/>
          </p:nvSpPr>
          <p:spPr>
            <a:xfrm>
              <a:off x="4490762" y="2966032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pt88"/>
            <p:cNvSpPr/>
            <p:nvPr/>
          </p:nvSpPr>
          <p:spPr>
            <a:xfrm>
              <a:off x="4324584" y="3978649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pt89"/>
            <p:cNvSpPr/>
            <p:nvPr/>
          </p:nvSpPr>
          <p:spPr>
            <a:xfrm>
              <a:off x="4719925" y="3533763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pt90"/>
            <p:cNvSpPr/>
            <p:nvPr/>
          </p:nvSpPr>
          <p:spPr>
            <a:xfrm>
              <a:off x="4364003" y="5070863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pt91"/>
            <p:cNvSpPr/>
            <p:nvPr/>
          </p:nvSpPr>
          <p:spPr>
            <a:xfrm>
              <a:off x="4212217" y="4180970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pt92"/>
            <p:cNvSpPr/>
            <p:nvPr/>
          </p:nvSpPr>
          <p:spPr>
            <a:xfrm>
              <a:off x="4626000" y="3807843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pt93"/>
            <p:cNvSpPr/>
            <p:nvPr/>
          </p:nvSpPr>
          <p:spPr>
            <a:xfrm>
              <a:off x="4085826" y="3956343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pt94"/>
            <p:cNvSpPr/>
            <p:nvPr/>
          </p:nvSpPr>
          <p:spPr>
            <a:xfrm>
              <a:off x="4023252" y="2864928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pt95"/>
            <p:cNvSpPr/>
            <p:nvPr/>
          </p:nvSpPr>
          <p:spPr>
            <a:xfrm>
              <a:off x="3843634" y="3869177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pt96"/>
            <p:cNvSpPr/>
            <p:nvPr/>
          </p:nvSpPr>
          <p:spPr>
            <a:xfrm>
              <a:off x="4667177" y="3295651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pt97"/>
            <p:cNvSpPr/>
            <p:nvPr/>
          </p:nvSpPr>
          <p:spPr>
            <a:xfrm>
              <a:off x="4302790" y="3254233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pt98"/>
            <p:cNvSpPr/>
            <p:nvPr/>
          </p:nvSpPr>
          <p:spPr>
            <a:xfrm>
              <a:off x="4588193" y="3472972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pt99"/>
            <p:cNvSpPr/>
            <p:nvPr/>
          </p:nvSpPr>
          <p:spPr>
            <a:xfrm>
              <a:off x="4317541" y="2854688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pt100"/>
            <p:cNvSpPr/>
            <p:nvPr/>
          </p:nvSpPr>
          <p:spPr>
            <a:xfrm>
              <a:off x="4697523" y="3567475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pt101"/>
            <p:cNvSpPr/>
            <p:nvPr/>
          </p:nvSpPr>
          <p:spPr>
            <a:xfrm>
              <a:off x="4731818" y="3417278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pt102"/>
            <p:cNvSpPr/>
            <p:nvPr/>
          </p:nvSpPr>
          <p:spPr>
            <a:xfrm>
              <a:off x="4400574" y="3953317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pt103"/>
            <p:cNvSpPr/>
            <p:nvPr/>
          </p:nvSpPr>
          <p:spPr>
            <a:xfrm>
              <a:off x="4278771" y="3435950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pt104"/>
            <p:cNvSpPr/>
            <p:nvPr/>
          </p:nvSpPr>
          <p:spPr>
            <a:xfrm>
              <a:off x="4539693" y="2612436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pt105"/>
            <p:cNvSpPr/>
            <p:nvPr/>
          </p:nvSpPr>
          <p:spPr>
            <a:xfrm>
              <a:off x="4360145" y="4326003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pt106"/>
            <p:cNvSpPr/>
            <p:nvPr/>
          </p:nvSpPr>
          <p:spPr>
            <a:xfrm>
              <a:off x="4709805" y="2574607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pt107"/>
            <p:cNvSpPr/>
            <p:nvPr/>
          </p:nvSpPr>
          <p:spPr>
            <a:xfrm>
              <a:off x="4726613" y="3836197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pt108"/>
            <p:cNvSpPr/>
            <p:nvPr/>
          </p:nvSpPr>
          <p:spPr>
            <a:xfrm>
              <a:off x="4416488" y="4332523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pt109"/>
            <p:cNvSpPr/>
            <p:nvPr/>
          </p:nvSpPr>
          <p:spPr>
            <a:xfrm>
              <a:off x="4686329" y="3912808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pt110"/>
            <p:cNvSpPr/>
            <p:nvPr/>
          </p:nvSpPr>
          <p:spPr>
            <a:xfrm>
              <a:off x="4667503" y="3900488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pt111"/>
            <p:cNvSpPr/>
            <p:nvPr/>
          </p:nvSpPr>
          <p:spPr>
            <a:xfrm>
              <a:off x="4221314" y="4319722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pt112"/>
            <p:cNvSpPr/>
            <p:nvPr/>
          </p:nvSpPr>
          <p:spPr>
            <a:xfrm>
              <a:off x="3041824" y="1976859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pt113"/>
            <p:cNvSpPr/>
            <p:nvPr/>
          </p:nvSpPr>
          <p:spPr>
            <a:xfrm>
              <a:off x="2439727" y="3973382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pt114"/>
            <p:cNvSpPr/>
            <p:nvPr/>
          </p:nvSpPr>
          <p:spPr>
            <a:xfrm>
              <a:off x="2526875" y="3305515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pt115"/>
            <p:cNvSpPr/>
            <p:nvPr/>
          </p:nvSpPr>
          <p:spPr>
            <a:xfrm>
              <a:off x="3148214" y="3210089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pt116"/>
            <p:cNvSpPr/>
            <p:nvPr/>
          </p:nvSpPr>
          <p:spPr>
            <a:xfrm>
              <a:off x="2850727" y="2428011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pt117"/>
            <p:cNvSpPr/>
            <p:nvPr/>
          </p:nvSpPr>
          <p:spPr>
            <a:xfrm>
              <a:off x="2868845" y="3266507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pt118"/>
            <p:cNvSpPr/>
            <p:nvPr/>
          </p:nvSpPr>
          <p:spPr>
            <a:xfrm>
              <a:off x="2744756" y="2889545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pt119"/>
            <p:cNvSpPr/>
            <p:nvPr/>
          </p:nvSpPr>
          <p:spPr>
            <a:xfrm>
              <a:off x="3093281" y="3452674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pt120"/>
            <p:cNvSpPr/>
            <p:nvPr/>
          </p:nvSpPr>
          <p:spPr>
            <a:xfrm>
              <a:off x="2825199" y="3338482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pt121"/>
            <p:cNvSpPr/>
            <p:nvPr/>
          </p:nvSpPr>
          <p:spPr>
            <a:xfrm>
              <a:off x="2968502" y="3558281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pt122"/>
            <p:cNvSpPr/>
            <p:nvPr/>
          </p:nvSpPr>
          <p:spPr>
            <a:xfrm>
              <a:off x="3178049" y="3512085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pt123"/>
            <p:cNvSpPr/>
            <p:nvPr/>
          </p:nvSpPr>
          <p:spPr>
            <a:xfrm>
              <a:off x="2711614" y="4633951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pt124"/>
            <p:cNvSpPr/>
            <p:nvPr/>
          </p:nvSpPr>
          <p:spPr>
            <a:xfrm>
              <a:off x="2856175" y="3797703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pt125"/>
            <p:cNvSpPr/>
            <p:nvPr/>
          </p:nvSpPr>
          <p:spPr>
            <a:xfrm>
              <a:off x="3072632" y="3447138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pt126"/>
            <p:cNvSpPr/>
            <p:nvPr/>
          </p:nvSpPr>
          <p:spPr>
            <a:xfrm>
              <a:off x="3000122" y="3975943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pt127"/>
            <p:cNvSpPr/>
            <p:nvPr/>
          </p:nvSpPr>
          <p:spPr>
            <a:xfrm>
              <a:off x="3344313" y="3895481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pt128"/>
            <p:cNvSpPr/>
            <p:nvPr/>
          </p:nvSpPr>
          <p:spPr>
            <a:xfrm>
              <a:off x="3360561" y="2983114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pt129"/>
            <p:cNvSpPr/>
            <p:nvPr/>
          </p:nvSpPr>
          <p:spPr>
            <a:xfrm>
              <a:off x="2915993" y="4491849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pt130"/>
            <p:cNvSpPr/>
            <p:nvPr/>
          </p:nvSpPr>
          <p:spPr>
            <a:xfrm>
              <a:off x="3219423" y="4216417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pt131"/>
            <p:cNvSpPr/>
            <p:nvPr/>
          </p:nvSpPr>
          <p:spPr>
            <a:xfrm>
              <a:off x="2855281" y="4881767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pt132"/>
            <p:cNvSpPr/>
            <p:nvPr/>
          </p:nvSpPr>
          <p:spPr>
            <a:xfrm>
              <a:off x="3067586" y="4432051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pt133"/>
            <p:cNvSpPr/>
            <p:nvPr/>
          </p:nvSpPr>
          <p:spPr>
            <a:xfrm>
              <a:off x="2502354" y="4816482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pt134"/>
            <p:cNvSpPr/>
            <p:nvPr/>
          </p:nvSpPr>
          <p:spPr>
            <a:xfrm>
              <a:off x="2990986" y="4000274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pt135"/>
            <p:cNvSpPr/>
            <p:nvPr/>
          </p:nvSpPr>
          <p:spPr>
            <a:xfrm>
              <a:off x="3551376" y="1664643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pt136"/>
            <p:cNvSpPr/>
            <p:nvPr/>
          </p:nvSpPr>
          <p:spPr>
            <a:xfrm>
              <a:off x="3498968" y="3064787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pt137"/>
            <p:cNvSpPr/>
            <p:nvPr/>
          </p:nvSpPr>
          <p:spPr>
            <a:xfrm>
              <a:off x="3410571" y="2758127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pt138"/>
            <p:cNvSpPr/>
            <p:nvPr/>
          </p:nvSpPr>
          <p:spPr>
            <a:xfrm>
              <a:off x="3939861" y="2795104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pt139"/>
            <p:cNvSpPr/>
            <p:nvPr/>
          </p:nvSpPr>
          <p:spPr>
            <a:xfrm>
              <a:off x="4370227" y="2964262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pt140"/>
            <p:cNvSpPr/>
            <p:nvPr/>
          </p:nvSpPr>
          <p:spPr>
            <a:xfrm>
              <a:off x="4093388" y="2811695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pt141"/>
            <p:cNvSpPr/>
            <p:nvPr/>
          </p:nvSpPr>
          <p:spPr>
            <a:xfrm>
              <a:off x="3904219" y="2792199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pt142"/>
            <p:cNvSpPr/>
            <p:nvPr/>
          </p:nvSpPr>
          <p:spPr>
            <a:xfrm>
              <a:off x="3921678" y="2668829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pt143"/>
            <p:cNvSpPr/>
            <p:nvPr/>
          </p:nvSpPr>
          <p:spPr>
            <a:xfrm>
              <a:off x="3999525" y="3111713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pt144"/>
            <p:cNvSpPr/>
            <p:nvPr/>
          </p:nvSpPr>
          <p:spPr>
            <a:xfrm>
              <a:off x="3790069" y="3056057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pt145"/>
            <p:cNvSpPr/>
            <p:nvPr/>
          </p:nvSpPr>
          <p:spPr>
            <a:xfrm>
              <a:off x="4258875" y="3098958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pt146"/>
            <p:cNvSpPr/>
            <p:nvPr/>
          </p:nvSpPr>
          <p:spPr>
            <a:xfrm>
              <a:off x="4346700" y="2861404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pt147"/>
            <p:cNvSpPr/>
            <p:nvPr/>
          </p:nvSpPr>
          <p:spPr>
            <a:xfrm>
              <a:off x="3963253" y="3355726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pt148"/>
            <p:cNvSpPr/>
            <p:nvPr/>
          </p:nvSpPr>
          <p:spPr>
            <a:xfrm>
              <a:off x="3846466" y="3097050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pt149"/>
            <p:cNvSpPr/>
            <p:nvPr/>
          </p:nvSpPr>
          <p:spPr>
            <a:xfrm>
              <a:off x="4065875" y="2316991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pt150"/>
            <p:cNvSpPr/>
            <p:nvPr/>
          </p:nvSpPr>
          <p:spPr>
            <a:xfrm>
              <a:off x="3956576" y="3396070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pt151"/>
            <p:cNvSpPr/>
            <p:nvPr/>
          </p:nvSpPr>
          <p:spPr>
            <a:xfrm>
              <a:off x="4402245" y="3342878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pt152"/>
            <p:cNvSpPr/>
            <p:nvPr/>
          </p:nvSpPr>
          <p:spPr>
            <a:xfrm>
              <a:off x="4416822" y="2941903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pt153"/>
            <p:cNvSpPr/>
            <p:nvPr/>
          </p:nvSpPr>
          <p:spPr>
            <a:xfrm>
              <a:off x="4035738" y="3892313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pt154"/>
            <p:cNvSpPr/>
            <p:nvPr/>
          </p:nvSpPr>
          <p:spPr>
            <a:xfrm>
              <a:off x="4212927" y="3513388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pt155"/>
            <p:cNvSpPr/>
            <p:nvPr/>
          </p:nvSpPr>
          <p:spPr>
            <a:xfrm>
              <a:off x="3756238" y="2795692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pt156"/>
            <p:cNvSpPr/>
            <p:nvPr/>
          </p:nvSpPr>
          <p:spPr>
            <a:xfrm>
              <a:off x="4162341" y="3479318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pt157"/>
            <p:cNvSpPr/>
            <p:nvPr/>
          </p:nvSpPr>
          <p:spPr>
            <a:xfrm>
              <a:off x="4267907" y="3459292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pt158"/>
            <p:cNvSpPr/>
            <p:nvPr/>
          </p:nvSpPr>
          <p:spPr>
            <a:xfrm>
              <a:off x="3773680" y="3506275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pt159"/>
            <p:cNvSpPr/>
            <p:nvPr/>
          </p:nvSpPr>
          <p:spPr>
            <a:xfrm>
              <a:off x="4238069" y="3492003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pt160"/>
            <p:cNvSpPr/>
            <p:nvPr/>
          </p:nvSpPr>
          <p:spPr>
            <a:xfrm>
              <a:off x="3848020" y="3541913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pl161"/>
            <p:cNvSpPr/>
            <p:nvPr/>
          </p:nvSpPr>
          <p:spPr>
            <a:xfrm>
              <a:off x="3802766" y="3452692"/>
              <a:ext cx="332233" cy="1422316"/>
            </a:xfrm>
            <a:custGeom>
              <a:avLst/>
              <a:gdLst/>
              <a:ahLst/>
              <a:cxnLst/>
              <a:rect l="0" t="0" r="0" b="0"/>
              <a:pathLst>
                <a:path w="158019" h="723217">
                  <a:moveTo>
                    <a:pt x="0" y="0"/>
                  </a:moveTo>
                  <a:lnTo>
                    <a:pt x="158019" y="723217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pl162"/>
            <p:cNvSpPr/>
            <p:nvPr/>
          </p:nvSpPr>
          <p:spPr>
            <a:xfrm>
              <a:off x="4005551" y="4703667"/>
              <a:ext cx="187819" cy="171341"/>
            </a:xfrm>
            <a:custGeom>
              <a:avLst/>
              <a:gdLst/>
              <a:ahLst/>
              <a:cxnLst/>
              <a:rect l="0" t="0" r="0" b="0"/>
              <a:pathLst>
                <a:path w="89332" h="87123">
                  <a:moveTo>
                    <a:pt x="0" y="19518"/>
                  </a:moveTo>
                  <a:lnTo>
                    <a:pt x="61569" y="87123"/>
                  </a:lnTo>
                  <a:lnTo>
                    <a:pt x="89332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pl163"/>
            <p:cNvSpPr/>
            <p:nvPr/>
          </p:nvSpPr>
          <p:spPr>
            <a:xfrm>
              <a:off x="3802766" y="3452692"/>
              <a:ext cx="1495161" cy="209380"/>
            </a:xfrm>
            <a:custGeom>
              <a:avLst/>
              <a:gdLst/>
              <a:ahLst/>
              <a:cxnLst/>
              <a:rect l="0" t="0" r="0" b="0"/>
              <a:pathLst>
                <a:path w="711140" h="106465">
                  <a:moveTo>
                    <a:pt x="0" y="0"/>
                  </a:moveTo>
                  <a:lnTo>
                    <a:pt x="711140" y="106465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pl164"/>
            <p:cNvSpPr/>
            <p:nvPr/>
          </p:nvSpPr>
          <p:spPr>
            <a:xfrm>
              <a:off x="5119037" y="3550090"/>
              <a:ext cx="178890" cy="177848"/>
            </a:xfrm>
            <a:custGeom>
              <a:avLst/>
              <a:gdLst/>
              <a:ahLst/>
              <a:cxnLst/>
              <a:rect l="0" t="0" r="0" b="0"/>
              <a:pathLst>
                <a:path w="85085" h="90432">
                  <a:moveTo>
                    <a:pt x="0" y="90432"/>
                  </a:moveTo>
                  <a:lnTo>
                    <a:pt x="85085" y="56940"/>
                  </a:lnTo>
                  <a:lnTo>
                    <a:pt x="13538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pl165"/>
            <p:cNvSpPr/>
            <p:nvPr/>
          </p:nvSpPr>
          <p:spPr>
            <a:xfrm>
              <a:off x="3802766" y="2798760"/>
              <a:ext cx="1377405" cy="653931"/>
            </a:xfrm>
            <a:custGeom>
              <a:avLst/>
              <a:gdLst/>
              <a:ahLst/>
              <a:cxnLst/>
              <a:rect l="0" t="0" r="0" b="0"/>
              <a:pathLst>
                <a:path w="655132" h="332510">
                  <a:moveTo>
                    <a:pt x="0" y="332510"/>
                  </a:moveTo>
                  <a:lnTo>
                    <a:pt x="655132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pl166"/>
            <p:cNvSpPr/>
            <p:nvPr/>
          </p:nvSpPr>
          <p:spPr>
            <a:xfrm>
              <a:off x="4988202" y="2789067"/>
              <a:ext cx="191972" cy="160357"/>
            </a:xfrm>
            <a:custGeom>
              <a:avLst/>
              <a:gdLst/>
              <a:ahLst/>
              <a:cxnLst/>
              <a:rect l="0" t="0" r="0" b="0"/>
              <a:pathLst>
                <a:path w="91307" h="81538">
                  <a:moveTo>
                    <a:pt x="41384" y="81538"/>
                  </a:moveTo>
                  <a:lnTo>
                    <a:pt x="91307" y="4929"/>
                  </a:lnTo>
                  <a:lnTo>
                    <a:pt x="0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pl167"/>
            <p:cNvSpPr/>
            <p:nvPr/>
          </p:nvSpPr>
          <p:spPr>
            <a:xfrm>
              <a:off x="2398748" y="3452692"/>
              <a:ext cx="1404018" cy="374557"/>
            </a:xfrm>
            <a:custGeom>
              <a:avLst/>
              <a:gdLst/>
              <a:ahLst/>
              <a:cxnLst/>
              <a:rect l="0" t="0" r="0" b="0"/>
              <a:pathLst>
                <a:path w="667790" h="190454">
                  <a:moveTo>
                    <a:pt x="667790" y="0"/>
                  </a:moveTo>
                  <a:lnTo>
                    <a:pt x="0" y="190454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pl168"/>
            <p:cNvSpPr/>
            <p:nvPr/>
          </p:nvSpPr>
          <p:spPr>
            <a:xfrm>
              <a:off x="2398748" y="3698069"/>
              <a:ext cx="186474" cy="172934"/>
            </a:xfrm>
            <a:custGeom>
              <a:avLst/>
              <a:gdLst/>
              <a:ahLst/>
              <a:cxnLst/>
              <a:rect l="0" t="0" r="0" b="0"/>
              <a:pathLst>
                <a:path w="88692" h="87933">
                  <a:moveTo>
                    <a:pt x="63613" y="0"/>
                  </a:moveTo>
                  <a:lnTo>
                    <a:pt x="0" y="65685"/>
                  </a:lnTo>
                  <a:lnTo>
                    <a:pt x="88692" y="87933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pl169"/>
            <p:cNvSpPr/>
            <p:nvPr/>
          </p:nvSpPr>
          <p:spPr>
            <a:xfrm>
              <a:off x="3802766" y="3452692"/>
              <a:ext cx="1274608" cy="907813"/>
            </a:xfrm>
            <a:custGeom>
              <a:avLst/>
              <a:gdLst/>
              <a:ahLst/>
              <a:cxnLst/>
              <a:rect l="0" t="0" r="0" b="0"/>
              <a:pathLst>
                <a:path w="606239" h="461603">
                  <a:moveTo>
                    <a:pt x="0" y="0"/>
                  </a:moveTo>
                  <a:lnTo>
                    <a:pt x="606239" y="461603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pl170"/>
            <p:cNvSpPr/>
            <p:nvPr/>
          </p:nvSpPr>
          <p:spPr>
            <a:xfrm>
              <a:off x="4886679" y="4194621"/>
              <a:ext cx="190697" cy="165883"/>
            </a:xfrm>
            <a:custGeom>
              <a:avLst/>
              <a:gdLst/>
              <a:ahLst/>
              <a:cxnLst/>
              <a:rect l="0" t="0" r="0" b="0"/>
              <a:pathLst>
                <a:path w="90701" h="84348">
                  <a:moveTo>
                    <a:pt x="0" y="72751"/>
                  </a:moveTo>
                  <a:lnTo>
                    <a:pt x="90701" y="84348"/>
                  </a:lnTo>
                  <a:lnTo>
                    <a:pt x="55394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pl171"/>
            <p:cNvSpPr/>
            <p:nvPr/>
          </p:nvSpPr>
          <p:spPr>
            <a:xfrm>
              <a:off x="3802766" y="3452692"/>
              <a:ext cx="989778" cy="877180"/>
            </a:xfrm>
            <a:custGeom>
              <a:avLst/>
              <a:gdLst/>
              <a:ahLst/>
              <a:cxnLst/>
              <a:rect l="0" t="0" r="0" b="0"/>
              <a:pathLst>
                <a:path w="470766" h="446027">
                  <a:moveTo>
                    <a:pt x="0" y="0"/>
                  </a:moveTo>
                  <a:lnTo>
                    <a:pt x="470766" y="446027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pl172"/>
            <p:cNvSpPr/>
            <p:nvPr/>
          </p:nvSpPr>
          <p:spPr>
            <a:xfrm>
              <a:off x="4605570" y="4157489"/>
              <a:ext cx="186974" cy="172383"/>
            </a:xfrm>
            <a:custGeom>
              <a:avLst/>
              <a:gdLst/>
              <a:ahLst/>
              <a:cxnLst/>
              <a:rect l="0" t="0" r="0" b="0"/>
              <a:pathLst>
                <a:path w="88930" h="87653">
                  <a:moveTo>
                    <a:pt x="0" y="66378"/>
                  </a:moveTo>
                  <a:lnTo>
                    <a:pt x="88930" y="87653"/>
                  </a:lnTo>
                  <a:lnTo>
                    <a:pt x="62890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pl173"/>
            <p:cNvSpPr/>
            <p:nvPr/>
          </p:nvSpPr>
          <p:spPr>
            <a:xfrm>
              <a:off x="3802766" y="3452692"/>
              <a:ext cx="568916" cy="845000"/>
            </a:xfrm>
            <a:custGeom>
              <a:avLst/>
              <a:gdLst/>
              <a:ahLst/>
              <a:cxnLst/>
              <a:rect l="0" t="0" r="0" b="0"/>
              <a:pathLst>
                <a:path w="270592" h="429664">
                  <a:moveTo>
                    <a:pt x="0" y="0"/>
                  </a:moveTo>
                  <a:lnTo>
                    <a:pt x="270592" y="429664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pl174"/>
            <p:cNvSpPr/>
            <p:nvPr/>
          </p:nvSpPr>
          <p:spPr>
            <a:xfrm>
              <a:off x="4201620" y="4117994"/>
              <a:ext cx="170064" cy="179697"/>
            </a:xfrm>
            <a:custGeom>
              <a:avLst/>
              <a:gdLst/>
              <a:ahLst/>
              <a:cxnLst/>
              <a:rect l="0" t="0" r="0" b="0"/>
              <a:pathLst>
                <a:path w="80887" h="91372">
                  <a:moveTo>
                    <a:pt x="0" y="48728"/>
                  </a:moveTo>
                  <a:lnTo>
                    <a:pt x="80887" y="91372"/>
                  </a:lnTo>
                  <a:lnTo>
                    <a:pt x="77374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pl175"/>
            <p:cNvSpPr/>
            <p:nvPr/>
          </p:nvSpPr>
          <p:spPr>
            <a:xfrm>
              <a:off x="3802766" y="3422368"/>
              <a:ext cx="1520101" cy="30324"/>
            </a:xfrm>
            <a:custGeom>
              <a:avLst/>
              <a:gdLst/>
              <a:ahLst/>
              <a:cxnLst/>
              <a:rect l="0" t="0" r="0" b="0"/>
              <a:pathLst>
                <a:path w="723002" h="15419">
                  <a:moveTo>
                    <a:pt x="0" y="15419"/>
                  </a:moveTo>
                  <a:lnTo>
                    <a:pt x="723002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pl176"/>
            <p:cNvSpPr/>
            <p:nvPr/>
          </p:nvSpPr>
          <p:spPr>
            <a:xfrm>
              <a:off x="5154363" y="3335794"/>
              <a:ext cx="168506" cy="179789"/>
            </a:xfrm>
            <a:custGeom>
              <a:avLst/>
              <a:gdLst/>
              <a:ahLst/>
              <a:cxnLst/>
              <a:rect l="0" t="0" r="0" b="0"/>
              <a:pathLst>
                <a:path w="80146" h="91419">
                  <a:moveTo>
                    <a:pt x="1949" y="91419"/>
                  </a:moveTo>
                  <a:lnTo>
                    <a:pt x="80146" y="44021"/>
                  </a:lnTo>
                  <a:lnTo>
                    <a:pt x="0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pl177"/>
            <p:cNvSpPr/>
            <p:nvPr/>
          </p:nvSpPr>
          <p:spPr>
            <a:xfrm>
              <a:off x="3595367" y="3452692"/>
              <a:ext cx="207400" cy="1507716"/>
            </a:xfrm>
            <a:custGeom>
              <a:avLst/>
              <a:gdLst/>
              <a:ahLst/>
              <a:cxnLst/>
              <a:rect l="0" t="0" r="0" b="0"/>
              <a:pathLst>
                <a:path w="98645" h="766641">
                  <a:moveTo>
                    <a:pt x="98645" y="0"/>
                  </a:moveTo>
                  <a:lnTo>
                    <a:pt x="0" y="766641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pl178"/>
            <p:cNvSpPr/>
            <p:nvPr/>
          </p:nvSpPr>
          <p:spPr>
            <a:xfrm>
              <a:off x="3521275" y="4794470"/>
              <a:ext cx="190679" cy="165938"/>
            </a:xfrm>
            <a:custGeom>
              <a:avLst/>
              <a:gdLst/>
              <a:ahLst/>
              <a:cxnLst/>
              <a:rect l="0" t="0" r="0" b="0"/>
              <a:pathLst>
                <a:path w="90692" h="84376">
                  <a:moveTo>
                    <a:pt x="0" y="0"/>
                  </a:moveTo>
                  <a:lnTo>
                    <a:pt x="35240" y="84376"/>
                  </a:lnTo>
                  <a:lnTo>
                    <a:pt x="90692" y="11669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pl179"/>
            <p:cNvSpPr/>
            <p:nvPr/>
          </p:nvSpPr>
          <p:spPr>
            <a:xfrm>
              <a:off x="3640858" y="3452692"/>
              <a:ext cx="161908" cy="1437277"/>
            </a:xfrm>
            <a:custGeom>
              <a:avLst/>
              <a:gdLst/>
              <a:ahLst/>
              <a:cxnLst/>
              <a:rect l="0" t="0" r="0" b="0"/>
              <a:pathLst>
                <a:path w="77008" h="730824">
                  <a:moveTo>
                    <a:pt x="77008" y="0"/>
                  </a:moveTo>
                  <a:lnTo>
                    <a:pt x="0" y="730824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pl180"/>
            <p:cNvSpPr/>
            <p:nvPr/>
          </p:nvSpPr>
          <p:spPr>
            <a:xfrm>
              <a:off x="3562709" y="4725666"/>
              <a:ext cx="191192" cy="164302"/>
            </a:xfrm>
            <a:custGeom>
              <a:avLst/>
              <a:gdLst/>
              <a:ahLst/>
              <a:cxnLst/>
              <a:rect l="0" t="0" r="0" b="0"/>
              <a:pathLst>
                <a:path w="90936" h="83544">
                  <a:moveTo>
                    <a:pt x="0" y="0"/>
                  </a:moveTo>
                  <a:lnTo>
                    <a:pt x="37169" y="83544"/>
                  </a:lnTo>
                  <a:lnTo>
                    <a:pt x="90936" y="9582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pl181"/>
            <p:cNvSpPr/>
            <p:nvPr/>
          </p:nvSpPr>
          <p:spPr>
            <a:xfrm>
              <a:off x="3802766" y="2819150"/>
              <a:ext cx="508120" cy="633539"/>
            </a:xfrm>
            <a:custGeom>
              <a:avLst/>
              <a:gdLst/>
              <a:ahLst/>
              <a:cxnLst/>
              <a:rect l="0" t="0" r="0" b="0"/>
              <a:pathLst>
                <a:path w="241676" h="322141">
                  <a:moveTo>
                    <a:pt x="0" y="322141"/>
                  </a:moveTo>
                  <a:lnTo>
                    <a:pt x="241676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pl182"/>
            <p:cNvSpPr/>
            <p:nvPr/>
          </p:nvSpPr>
          <p:spPr>
            <a:xfrm>
              <a:off x="4134082" y="2819150"/>
              <a:ext cx="176806" cy="178535"/>
            </a:xfrm>
            <a:custGeom>
              <a:avLst/>
              <a:gdLst/>
              <a:ahLst/>
              <a:cxnLst/>
              <a:rect l="0" t="0" r="0" b="0"/>
              <a:pathLst>
                <a:path w="84094" h="90781">
                  <a:moveTo>
                    <a:pt x="73144" y="90781"/>
                  </a:moveTo>
                  <a:lnTo>
                    <a:pt x="84094" y="0"/>
                  </a:lnTo>
                  <a:lnTo>
                    <a:pt x="0" y="35907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pl183"/>
            <p:cNvSpPr/>
            <p:nvPr/>
          </p:nvSpPr>
          <p:spPr>
            <a:xfrm>
              <a:off x="3802766" y="1907912"/>
              <a:ext cx="905839" cy="1544778"/>
            </a:xfrm>
            <a:custGeom>
              <a:avLst/>
              <a:gdLst/>
              <a:ahLst/>
              <a:cxnLst/>
              <a:rect l="0" t="0" r="0" b="0"/>
              <a:pathLst>
                <a:path w="430842" h="785486">
                  <a:moveTo>
                    <a:pt x="0" y="785486"/>
                  </a:moveTo>
                  <a:lnTo>
                    <a:pt x="430842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pl184"/>
            <p:cNvSpPr/>
            <p:nvPr/>
          </p:nvSpPr>
          <p:spPr>
            <a:xfrm>
              <a:off x="4544258" y="1907912"/>
              <a:ext cx="168558" cy="179787"/>
            </a:xfrm>
            <a:custGeom>
              <a:avLst/>
              <a:gdLst/>
              <a:ahLst/>
              <a:cxnLst/>
              <a:rect l="0" t="0" r="0" b="0"/>
              <a:pathLst>
                <a:path w="80171" h="91418">
                  <a:moveTo>
                    <a:pt x="80171" y="91418"/>
                  </a:moveTo>
                  <a:lnTo>
                    <a:pt x="78168" y="0"/>
                  </a:lnTo>
                  <a:lnTo>
                    <a:pt x="0" y="47443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pl185"/>
            <p:cNvSpPr/>
            <p:nvPr/>
          </p:nvSpPr>
          <p:spPr>
            <a:xfrm>
              <a:off x="3380514" y="2756275"/>
              <a:ext cx="422253" cy="696417"/>
            </a:xfrm>
            <a:custGeom>
              <a:avLst/>
              <a:gdLst/>
              <a:ahLst/>
              <a:cxnLst/>
              <a:rect l="0" t="0" r="0" b="0"/>
              <a:pathLst>
                <a:path w="200835" h="354113">
                  <a:moveTo>
                    <a:pt x="200835" y="354113"/>
                  </a:moveTo>
                  <a:lnTo>
                    <a:pt x="0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pl186"/>
            <p:cNvSpPr/>
            <p:nvPr/>
          </p:nvSpPr>
          <p:spPr>
            <a:xfrm>
              <a:off x="3379038" y="2756275"/>
              <a:ext cx="167227" cy="179825"/>
            </a:xfrm>
            <a:custGeom>
              <a:avLst/>
              <a:gdLst/>
              <a:ahLst/>
              <a:cxnLst/>
              <a:rect l="0" t="0" r="0" b="0"/>
              <a:pathLst>
                <a:path w="79538" h="91437">
                  <a:moveTo>
                    <a:pt x="79538" y="46327"/>
                  </a:moveTo>
                  <a:lnTo>
                    <a:pt x="702" y="0"/>
                  </a:lnTo>
                  <a:lnTo>
                    <a:pt x="0" y="91437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pl187"/>
            <p:cNvSpPr/>
            <p:nvPr/>
          </p:nvSpPr>
          <p:spPr>
            <a:xfrm>
              <a:off x="3645982" y="2136128"/>
              <a:ext cx="156784" cy="1316563"/>
            </a:xfrm>
            <a:custGeom>
              <a:avLst/>
              <a:gdLst/>
              <a:ahLst/>
              <a:cxnLst/>
              <a:rect l="0" t="0" r="0" b="0"/>
              <a:pathLst>
                <a:path w="74571" h="669444">
                  <a:moveTo>
                    <a:pt x="74571" y="669444"/>
                  </a:moveTo>
                  <a:lnTo>
                    <a:pt x="0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pl188"/>
            <p:cNvSpPr/>
            <p:nvPr/>
          </p:nvSpPr>
          <p:spPr>
            <a:xfrm>
              <a:off x="3568879" y="2136128"/>
              <a:ext cx="191068" cy="164735"/>
            </a:xfrm>
            <a:custGeom>
              <a:avLst/>
              <a:gdLst/>
              <a:ahLst/>
              <a:cxnLst/>
              <a:rect l="0" t="0" r="0" b="0"/>
              <a:pathLst>
                <a:path w="90877" h="83764">
                  <a:moveTo>
                    <a:pt x="90877" y="73641"/>
                  </a:moveTo>
                  <a:lnTo>
                    <a:pt x="36672" y="0"/>
                  </a:lnTo>
                  <a:lnTo>
                    <a:pt x="0" y="83764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pl189"/>
            <p:cNvSpPr/>
            <p:nvPr/>
          </p:nvSpPr>
          <p:spPr>
            <a:xfrm>
              <a:off x="3750326" y="2778539"/>
              <a:ext cx="52440" cy="674153"/>
            </a:xfrm>
            <a:custGeom>
              <a:avLst/>
              <a:gdLst/>
              <a:ahLst/>
              <a:cxnLst/>
              <a:rect l="0" t="0" r="0" b="0"/>
              <a:pathLst>
                <a:path w="24942" h="342792">
                  <a:moveTo>
                    <a:pt x="24942" y="342792"/>
                  </a:moveTo>
                  <a:lnTo>
                    <a:pt x="0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pl190"/>
            <p:cNvSpPr/>
            <p:nvPr/>
          </p:nvSpPr>
          <p:spPr>
            <a:xfrm>
              <a:off x="3666536" y="2778539"/>
              <a:ext cx="191742" cy="161852"/>
            </a:xfrm>
            <a:custGeom>
              <a:avLst/>
              <a:gdLst/>
              <a:ahLst/>
              <a:cxnLst/>
              <a:rect l="0" t="0" r="0" b="0"/>
              <a:pathLst>
                <a:path w="91198" h="82298">
                  <a:moveTo>
                    <a:pt x="91198" y="75662"/>
                  </a:moveTo>
                  <a:lnTo>
                    <a:pt x="39852" y="0"/>
                  </a:lnTo>
                  <a:lnTo>
                    <a:pt x="0" y="82298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pl191"/>
            <p:cNvSpPr/>
            <p:nvPr/>
          </p:nvSpPr>
          <p:spPr>
            <a:xfrm>
              <a:off x="3802766" y="2540932"/>
              <a:ext cx="96658" cy="911758"/>
            </a:xfrm>
            <a:custGeom>
              <a:avLst/>
              <a:gdLst/>
              <a:ahLst/>
              <a:cxnLst/>
              <a:rect l="0" t="0" r="0" b="0"/>
              <a:pathLst>
                <a:path w="45973" h="463609">
                  <a:moveTo>
                    <a:pt x="0" y="463609"/>
                  </a:moveTo>
                  <a:lnTo>
                    <a:pt x="45973" y="0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pl192"/>
            <p:cNvSpPr/>
            <p:nvPr/>
          </p:nvSpPr>
          <p:spPr>
            <a:xfrm>
              <a:off x="3787340" y="2540932"/>
              <a:ext cx="191311" cy="163850"/>
            </a:xfrm>
            <a:custGeom>
              <a:avLst/>
              <a:gdLst/>
              <a:ahLst/>
              <a:cxnLst/>
              <a:rect l="0" t="0" r="0" b="0"/>
              <a:pathLst>
                <a:path w="90993" h="83314">
                  <a:moveTo>
                    <a:pt x="90993" y="83314"/>
                  </a:moveTo>
                  <a:lnTo>
                    <a:pt x="53311" y="0"/>
                  </a:lnTo>
                  <a:lnTo>
                    <a:pt x="0" y="74291"/>
                  </a:lnTo>
                </a:path>
              </a:pathLst>
            </a:custGeom>
            <a:ln w="27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tx193"/>
            <p:cNvSpPr/>
            <p:nvPr/>
          </p:nvSpPr>
          <p:spPr>
            <a:xfrm>
              <a:off x="3906711" y="4918333"/>
              <a:ext cx="641914" cy="2068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5120948" y="3547109"/>
              <a:ext cx="776797" cy="2599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4846986" y="2603053"/>
              <a:ext cx="979638" cy="2667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Salinity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636582" y="3797092"/>
              <a:ext cx="962724" cy="2068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Bottom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5002065" y="4316070"/>
              <a:ext cx="624850" cy="210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SSH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4532158" y="4334314"/>
              <a:ext cx="591017" cy="210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SST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4124608" y="4288871"/>
              <a:ext cx="540418" cy="2068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ES"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SWH</a:t>
              </a:r>
              <a:endParaRPr sz="10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x200"/>
            <p:cNvSpPr/>
            <p:nvPr/>
          </p:nvSpPr>
          <p:spPr>
            <a:xfrm>
              <a:off x="5297889" y="3300896"/>
              <a:ext cx="405090" cy="154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s-ES"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SSR</a:t>
              </a:r>
              <a:endParaRPr sz="10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x201"/>
            <p:cNvSpPr/>
            <p:nvPr/>
          </p:nvSpPr>
          <p:spPr>
            <a:xfrm>
              <a:off x="3259839" y="4996791"/>
              <a:ext cx="607933" cy="2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NH4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3522709" y="4859404"/>
              <a:ext cx="624850" cy="2106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NO3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4144636" y="2684057"/>
              <a:ext cx="608083" cy="210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PO4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4701902" y="1726410"/>
              <a:ext cx="270209" cy="210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2046260" y="2609788"/>
              <a:ext cx="1739817" cy="2632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Bryopsidales</a:t>
              </a:r>
              <a:endParaRPr sz="10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tx206"/>
            <p:cNvSpPr/>
            <p:nvPr/>
          </p:nvSpPr>
          <p:spPr>
            <a:xfrm>
              <a:off x="2846211" y="1764136"/>
              <a:ext cx="1536826" cy="210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Ceramiales</a:t>
              </a:r>
              <a:endParaRPr sz="10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tx207"/>
            <p:cNvSpPr/>
            <p:nvPr/>
          </p:nvSpPr>
          <p:spPr>
            <a:xfrm>
              <a:off x="2715529" y="2481518"/>
              <a:ext cx="1486225" cy="2632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Dictyotales</a:t>
              </a:r>
              <a:endParaRPr sz="10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tx208"/>
            <p:cNvSpPr/>
            <p:nvPr/>
          </p:nvSpPr>
          <p:spPr>
            <a:xfrm>
              <a:off x="3523119" y="2362317"/>
              <a:ext cx="1064070" cy="2068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Fucales</a:t>
              </a:r>
              <a:endParaRPr sz="10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tx209"/>
            <p:cNvSpPr/>
            <p:nvPr/>
          </p:nvSpPr>
          <p:spPr>
            <a:xfrm>
              <a:off x="1405925" y="5343899"/>
              <a:ext cx="404892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-5.0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1405925" y="4357298"/>
              <a:ext cx="404892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-2.5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1484173" y="3370698"/>
              <a:ext cx="326644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1484173" y="2384099"/>
              <a:ext cx="326644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1484173" y="1397499"/>
              <a:ext cx="326644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5.0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1810349" y="5564947"/>
              <a:ext cx="404892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-5.0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2705334" y="5564947"/>
              <a:ext cx="404892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-2.5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3639445" y="5564947"/>
              <a:ext cx="326644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4534431" y="5564947"/>
              <a:ext cx="326644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2.5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5429416" y="5564947"/>
              <a:ext cx="326644" cy="1606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5.0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3586732" y="5833582"/>
              <a:ext cx="571371" cy="2033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PC1</a:t>
              </a:r>
            </a:p>
          </p:txBody>
        </p:sp>
        <p:sp>
          <p:nvSpPr>
            <p:cNvPr id="220" name="tx220"/>
            <p:cNvSpPr/>
            <p:nvPr/>
          </p:nvSpPr>
          <p:spPr>
            <a:xfrm rot="16200000">
              <a:off x="895019" y="3321744"/>
              <a:ext cx="534457" cy="2174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PC2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6171823" y="1751815"/>
              <a:ext cx="410638" cy="1209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Islands</a:t>
              </a:r>
              <a:endParaRPr sz="11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pt222"/>
            <p:cNvSpPr/>
            <p:nvPr/>
          </p:nvSpPr>
          <p:spPr>
            <a:xfrm>
              <a:off x="6063942" y="2239692"/>
              <a:ext cx="75902" cy="70998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9000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pt223"/>
            <p:cNvSpPr/>
            <p:nvPr/>
          </p:nvSpPr>
          <p:spPr>
            <a:xfrm>
              <a:off x="6063942" y="2671286"/>
              <a:ext cx="75902" cy="70998"/>
            </a:xfrm>
            <a:prstGeom prst="ellipse">
              <a:avLst/>
            </a:prstGeom>
            <a:solidFill>
              <a:srgbClr val="C49A00">
                <a:alpha val="69803"/>
              </a:srgbClr>
            </a:solidFill>
            <a:ln w="9000" cap="rnd">
              <a:solidFill>
                <a:srgbClr val="C49A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pt224"/>
            <p:cNvSpPr/>
            <p:nvPr/>
          </p:nvSpPr>
          <p:spPr>
            <a:xfrm>
              <a:off x="6063942" y="3102879"/>
              <a:ext cx="75902" cy="70998"/>
            </a:xfrm>
            <a:prstGeom prst="ellipse">
              <a:avLst/>
            </a:prstGeom>
            <a:solidFill>
              <a:srgbClr val="53B400">
                <a:alpha val="69803"/>
              </a:srgbClr>
            </a:solidFill>
            <a:ln w="9000" cap="rnd">
              <a:solidFill>
                <a:srgbClr val="53B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pt225"/>
            <p:cNvSpPr/>
            <p:nvPr/>
          </p:nvSpPr>
          <p:spPr>
            <a:xfrm>
              <a:off x="6063942" y="3534473"/>
              <a:ext cx="75902" cy="70998"/>
            </a:xfrm>
            <a:prstGeom prst="ellipse">
              <a:avLst/>
            </a:prstGeom>
            <a:solidFill>
              <a:srgbClr val="00C094">
                <a:alpha val="69803"/>
              </a:srgbClr>
            </a:solidFill>
            <a:ln w="9000" cap="rnd">
              <a:solidFill>
                <a:srgbClr val="00C09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pt226"/>
            <p:cNvSpPr/>
            <p:nvPr/>
          </p:nvSpPr>
          <p:spPr>
            <a:xfrm>
              <a:off x="6063942" y="3966066"/>
              <a:ext cx="75902" cy="70998"/>
            </a:xfrm>
            <a:prstGeom prst="ellipse">
              <a:avLst/>
            </a:prstGeom>
            <a:solidFill>
              <a:srgbClr val="00B6EB">
                <a:alpha val="69803"/>
              </a:srgbClr>
            </a:solidFill>
            <a:ln w="9000" cap="rnd">
              <a:solidFill>
                <a:srgbClr val="00B6EB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pt227"/>
            <p:cNvSpPr/>
            <p:nvPr/>
          </p:nvSpPr>
          <p:spPr>
            <a:xfrm>
              <a:off x="6063942" y="4397660"/>
              <a:ext cx="75902" cy="70998"/>
            </a:xfrm>
            <a:prstGeom prst="ellipse">
              <a:avLst/>
            </a:prstGeom>
            <a:solidFill>
              <a:srgbClr val="A58AFF">
                <a:alpha val="69803"/>
              </a:srgbClr>
            </a:solidFill>
            <a:ln w="9000" cap="rnd">
              <a:solidFill>
                <a:srgbClr val="A58A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pt228"/>
            <p:cNvSpPr/>
            <p:nvPr/>
          </p:nvSpPr>
          <p:spPr>
            <a:xfrm>
              <a:off x="6063942" y="4829254"/>
              <a:ext cx="75902" cy="70998"/>
            </a:xfrm>
            <a:prstGeom prst="ellipse">
              <a:avLst/>
            </a:prstGeom>
            <a:solidFill>
              <a:srgbClr val="FB61D7">
                <a:alpha val="69803"/>
              </a:srgbClr>
            </a:solidFill>
            <a:ln w="9000" cap="rnd">
              <a:solidFill>
                <a:srgbClr val="FB61D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tx229"/>
            <p:cNvSpPr/>
            <p:nvPr/>
          </p:nvSpPr>
          <p:spPr>
            <a:xfrm>
              <a:off x="6217740" y="2252023"/>
              <a:ext cx="403286" cy="96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 </a:t>
              </a:r>
              <a:r>
                <a:rPr sz="105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Hierro</a:t>
              </a:r>
              <a:endParaRPr sz="10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tx230"/>
            <p:cNvSpPr/>
            <p:nvPr/>
          </p:nvSpPr>
          <p:spPr>
            <a:xfrm>
              <a:off x="6217740" y="2683614"/>
              <a:ext cx="438015" cy="96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 Palma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6217737" y="3112419"/>
              <a:ext cx="518662" cy="984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 Gomera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6217737" y="3544119"/>
              <a:ext cx="380350" cy="983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Tenerife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6217737" y="3975609"/>
              <a:ext cx="622394" cy="984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Gran </a:t>
              </a:r>
              <a:r>
                <a:rPr sz="105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Canaria</a:t>
              </a:r>
              <a:endParaRPr sz="105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tx234"/>
            <p:cNvSpPr/>
            <p:nvPr/>
          </p:nvSpPr>
          <p:spPr>
            <a:xfrm>
              <a:off x="6217740" y="4409991"/>
              <a:ext cx="461151" cy="96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Lanzarote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6217737" y="4841582"/>
              <a:ext cx="645480" cy="96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Fuerteventura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3744270" y="884749"/>
              <a:ext cx="724712" cy="2440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90" y="476672"/>
            <a:ext cx="8582406" cy="610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38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Imagen 1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06199"/>
            <a:ext cx="8712968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6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06199"/>
            <a:ext cx="8640960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2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06199"/>
            <a:ext cx="8712968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9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06199"/>
            <a:ext cx="8712968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9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06199"/>
            <a:ext cx="8712968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3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06199"/>
            <a:ext cx="8712968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2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06199"/>
            <a:ext cx="8640960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52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06199"/>
            <a:ext cx="8784976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7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06199"/>
            <a:ext cx="8712968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14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06199"/>
            <a:ext cx="8712968" cy="62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14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015" y="4593603"/>
            <a:ext cx="2854238" cy="202919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4580160"/>
            <a:ext cx="2830841" cy="202919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43" y="4580997"/>
            <a:ext cx="2863382" cy="20356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017" y="2418029"/>
            <a:ext cx="2854238" cy="206301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840" y="2420888"/>
            <a:ext cx="2830842" cy="202919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044" y="2407770"/>
            <a:ext cx="2863380" cy="205251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47" y="249337"/>
            <a:ext cx="2863383" cy="203569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7851" y="255896"/>
            <a:ext cx="2839912" cy="203569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0010" y="242453"/>
            <a:ext cx="2854241" cy="206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204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45</Words>
  <Application>Microsoft Office PowerPoint</Application>
  <PresentationFormat>Presentación en pantalla (4:3)</PresentationFormat>
  <Paragraphs>37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Eros Fernando Geppi</cp:lastModifiedBy>
  <cp:revision>10</cp:revision>
  <dcterms:created xsi:type="dcterms:W3CDTF">2017-02-13T16:18:36Z</dcterms:created>
  <dcterms:modified xsi:type="dcterms:W3CDTF">2024-11-21T19:55:53Z</dcterms:modified>
  <cp:category/>
</cp:coreProperties>
</file>